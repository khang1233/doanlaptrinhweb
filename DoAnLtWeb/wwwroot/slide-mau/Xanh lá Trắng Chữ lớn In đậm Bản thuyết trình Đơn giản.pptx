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Barlow SemiCondensed Heavy" charset="1" panose="00000A06000000000000"/>
      <p:regular r:id="rId36"/>
    </p:embeddedFont>
    <p:embeddedFont>
      <p:font typeface="Fira Sans Medium" charset="1" panose="020B0603050000020004"/>
      <p:regular r:id="rId37"/>
    </p:embeddedFont>
    <p:embeddedFont>
      <p:font typeface="Clear Sans Medium" charset="1" panose="020B0603030202020304"/>
      <p:regular r:id="rId38"/>
    </p:embeddedFont>
    <p:embeddedFont>
      <p:font typeface="Fira Sans Semi-Bold" charset="1" panose="020B06030500000200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22.png" Type="http://schemas.openxmlformats.org/officeDocument/2006/relationships/image"/><Relationship Id="rId20" Target="../media/image40.png" Type="http://schemas.openxmlformats.org/officeDocument/2006/relationships/image"/><Relationship Id="rId21" Target="../media/image41.svg" Type="http://schemas.openxmlformats.org/officeDocument/2006/relationships/image"/><Relationship Id="rId22" Target="../media/image42.png" Type="http://schemas.openxmlformats.org/officeDocument/2006/relationships/image"/><Relationship Id="rId23" Target="../media/image43.svg" Type="http://schemas.openxmlformats.org/officeDocument/2006/relationships/image"/><Relationship Id="rId24" Target="../media/image44.png" Type="http://schemas.openxmlformats.org/officeDocument/2006/relationships/image"/><Relationship Id="rId25" Target="../media/image45.svg" Type="http://schemas.openxmlformats.org/officeDocument/2006/relationships/image"/><Relationship Id="rId26" Target="../media/image46.png" Type="http://schemas.openxmlformats.org/officeDocument/2006/relationships/image"/><Relationship Id="rId27" Target="../media/image47.svg" Type="http://schemas.openxmlformats.org/officeDocument/2006/relationships/image"/><Relationship Id="rId28" Target="../media/image48.png" Type="http://schemas.openxmlformats.org/officeDocument/2006/relationships/image"/><Relationship Id="rId29" Target="../media/image49.svg" Type="http://schemas.openxmlformats.org/officeDocument/2006/relationships/image"/><Relationship Id="rId3" Target="../media/image23.svg" Type="http://schemas.openxmlformats.org/officeDocument/2006/relationships/image"/><Relationship Id="rId30" Target="../media/image50.png" Type="http://schemas.openxmlformats.org/officeDocument/2006/relationships/image"/><Relationship Id="rId31" Target="../media/image51.svg" Type="http://schemas.openxmlformats.org/officeDocument/2006/relationships/image"/><Relationship Id="rId32" Target="../media/image52.png" Type="http://schemas.openxmlformats.org/officeDocument/2006/relationships/image"/><Relationship Id="rId33" Target="../media/image53.svg" Type="http://schemas.openxmlformats.org/officeDocument/2006/relationships/image"/><Relationship Id="rId34" Target="../media/image54.png" Type="http://schemas.openxmlformats.org/officeDocument/2006/relationships/image"/><Relationship Id="rId35" Target="../media/image55.svg" Type="http://schemas.openxmlformats.org/officeDocument/2006/relationships/image"/><Relationship Id="rId36" Target="../media/image56.png" Type="http://schemas.openxmlformats.org/officeDocument/2006/relationships/image"/><Relationship Id="rId37" Target="../media/image57.svg" Type="http://schemas.openxmlformats.org/officeDocument/2006/relationships/image"/><Relationship Id="rId38" Target="../media/image58.png" Type="http://schemas.openxmlformats.org/officeDocument/2006/relationships/image"/><Relationship Id="rId39" Target="../media/image59.svg" Type="http://schemas.openxmlformats.org/officeDocument/2006/relationships/image"/><Relationship Id="rId4" Target="../media/image24.png" Type="http://schemas.openxmlformats.org/officeDocument/2006/relationships/image"/><Relationship Id="rId40" Target="../media/image60.png" Type="http://schemas.openxmlformats.org/officeDocument/2006/relationships/image"/><Relationship Id="rId41" Target="../media/image61.svg" Type="http://schemas.openxmlformats.org/officeDocument/2006/relationships/image"/><Relationship Id="rId42" Target="../media/image62.png" Type="http://schemas.openxmlformats.org/officeDocument/2006/relationships/image"/><Relationship Id="rId43" Target="../media/image63.svg" Type="http://schemas.openxmlformats.org/officeDocument/2006/relationships/image"/><Relationship Id="rId44" Target="../media/image64.png" Type="http://schemas.openxmlformats.org/officeDocument/2006/relationships/image"/><Relationship Id="rId45" Target="../media/image65.svg" Type="http://schemas.openxmlformats.org/officeDocument/2006/relationships/image"/><Relationship Id="rId46" Target="../media/image66.png" Type="http://schemas.openxmlformats.org/officeDocument/2006/relationships/image"/><Relationship Id="rId47" Target="../media/image67.svg" Type="http://schemas.openxmlformats.org/officeDocument/2006/relationships/image"/><Relationship Id="rId48" Target="../media/image68.png" Type="http://schemas.openxmlformats.org/officeDocument/2006/relationships/image"/><Relationship Id="rId49" Target="../media/image69.svg" Type="http://schemas.openxmlformats.org/officeDocument/2006/relationships/image"/><Relationship Id="rId5" Target="../media/image25.svg" Type="http://schemas.openxmlformats.org/officeDocument/2006/relationships/image"/><Relationship Id="rId50" Target="../media/image70.png" Type="http://schemas.openxmlformats.org/officeDocument/2006/relationships/image"/><Relationship Id="rId51" Target="../media/image71.svg" Type="http://schemas.openxmlformats.org/officeDocument/2006/relationships/image"/><Relationship Id="rId52" Target="../media/image72.png" Type="http://schemas.openxmlformats.org/officeDocument/2006/relationships/image"/><Relationship Id="rId53" Target="../media/image73.svg" Type="http://schemas.openxmlformats.org/officeDocument/2006/relationships/image"/><Relationship Id="rId54" Target="../media/image74.png" Type="http://schemas.openxmlformats.org/officeDocument/2006/relationships/image"/><Relationship Id="rId55" Target="../media/image75.svg" Type="http://schemas.openxmlformats.org/officeDocument/2006/relationships/image"/><Relationship Id="rId56" Target="../media/image76.png" Type="http://schemas.openxmlformats.org/officeDocument/2006/relationships/image"/><Relationship Id="rId57" Target="../media/image77.svg" Type="http://schemas.openxmlformats.org/officeDocument/2006/relationships/image"/><Relationship Id="rId58" Target="../media/image78.png" Type="http://schemas.openxmlformats.org/officeDocument/2006/relationships/image"/><Relationship Id="rId59" Target="../media/image79.svg" Type="http://schemas.openxmlformats.org/officeDocument/2006/relationships/image"/><Relationship Id="rId6" Target="../media/image26.png" Type="http://schemas.openxmlformats.org/officeDocument/2006/relationships/image"/><Relationship Id="rId60" Target="../media/image80.png" Type="http://schemas.openxmlformats.org/officeDocument/2006/relationships/image"/><Relationship Id="rId61" Target="../media/image81.sv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99451" y="0"/>
            <a:ext cx="8588549" cy="10287000"/>
          </a:xfrm>
          <a:custGeom>
            <a:avLst/>
            <a:gdLst/>
            <a:ahLst/>
            <a:cxnLst/>
            <a:rect r="r" b="b" t="t" l="l"/>
            <a:pathLst>
              <a:path h="10287000" w="8588549">
                <a:moveTo>
                  <a:pt x="0" y="0"/>
                </a:moveTo>
                <a:lnTo>
                  <a:pt x="8588549" y="0"/>
                </a:lnTo>
                <a:lnTo>
                  <a:pt x="85885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</a:blip>
            <a:stretch>
              <a:fillRect l="-61798" t="0" r="-1797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1994"/>
            <a:ext cx="13860341" cy="625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04"/>
              </a:lnSpc>
            </a:pPr>
            <a:r>
              <a:rPr lang="en-US" sz="14020" b="true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TIÊU ĐỀ</a:t>
            </a:r>
          </a:p>
          <a:p>
            <a:pPr algn="l">
              <a:lnSpc>
                <a:spcPts val="16404"/>
              </a:lnSpc>
            </a:pPr>
            <a:r>
              <a:rPr lang="en-US" sz="14020" b="true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CỦA BẠN</a:t>
            </a:r>
          </a:p>
          <a:p>
            <a:pPr algn="l">
              <a:lnSpc>
                <a:spcPts val="16404"/>
              </a:lnSpc>
            </a:pPr>
            <a:r>
              <a:rPr lang="en-US" sz="14020" b="true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TẠI ĐÂY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611831" y="7831264"/>
            <a:ext cx="19511662" cy="0"/>
          </a:xfrm>
          <a:prstGeom prst="line">
            <a:avLst/>
          </a:prstGeom>
          <a:ln cap="rnd" w="28575">
            <a:solidFill>
              <a:srgbClr val="45F8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8684520"/>
            <a:ext cx="7507145" cy="57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8"/>
              </a:lnSpc>
              <a:spcBef>
                <a:spcPct val="0"/>
              </a:spcBef>
            </a:pPr>
            <a:r>
              <a:rPr lang="en-US" sz="3348" b="true">
                <a:solidFill>
                  <a:srgbClr val="45F8BD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Thêm một mô tả ngắn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1704" y="3936576"/>
            <a:ext cx="9493292" cy="240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79"/>
              </a:lnSpc>
            </a:pPr>
            <a:r>
              <a:rPr lang="en-US" b="true" sz="7899">
                <a:solidFill>
                  <a:srgbClr val="133030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37275" y="4703022"/>
            <a:ext cx="4177914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AutoShape 4" id="4"/>
          <p:cNvSpPr/>
          <p:nvPr/>
        </p:nvSpPr>
        <p:spPr>
          <a:xfrm rot="-5400000">
            <a:off x="6638891" y="5129213"/>
            <a:ext cx="10287000" cy="0"/>
          </a:xfrm>
          <a:prstGeom prst="line">
            <a:avLst/>
          </a:prstGeom>
          <a:ln cap="rnd" w="28575">
            <a:solidFill>
              <a:srgbClr val="45F8B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29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06164" y="2783050"/>
            <a:ext cx="14275672" cy="112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50"/>
              </a:lnSpc>
            </a:pPr>
            <a:r>
              <a:rPr lang="en-US" b="true" sz="8450">
                <a:solidFill>
                  <a:srgbClr val="45F8BD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THÊM MỘT TIÊU ĐỀ CHO MỤC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611831" y="9258300"/>
            <a:ext cx="19511662" cy="0"/>
          </a:xfrm>
          <a:prstGeom prst="line">
            <a:avLst/>
          </a:prstGeom>
          <a:ln cap="rnd" w="28575">
            <a:solidFill>
              <a:srgbClr val="45F8B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3007" y="797096"/>
            <a:ext cx="9725759" cy="243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8"/>
              </a:lnSpc>
            </a:pPr>
            <a:r>
              <a:rPr lang="en-US" b="true" sz="8065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473020" cy="10287000"/>
          </a:xfrm>
          <a:custGeom>
            <a:avLst/>
            <a:gdLst/>
            <a:ahLst/>
            <a:cxnLst/>
            <a:rect r="r" b="b" t="t" l="l"/>
            <a:pathLst>
              <a:path h="10287000" w="5473020">
                <a:moveTo>
                  <a:pt x="0" y="0"/>
                </a:moveTo>
                <a:lnTo>
                  <a:pt x="5473020" y="0"/>
                </a:lnTo>
                <a:lnTo>
                  <a:pt x="54730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88" t="-11740" r="-1150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03007" y="8379149"/>
            <a:ext cx="9244100" cy="40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5473020" y="6939138"/>
            <a:ext cx="12969224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60230" y="3164555"/>
            <a:ext cx="12980803" cy="7175478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1481308"/>
            <a:ext cx="16230600" cy="99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5"/>
              </a:lnSpc>
            </a:pPr>
            <a:r>
              <a:rPr lang="en-US" b="true" sz="7425">
                <a:solidFill>
                  <a:srgbClr val="133030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424968"/>
            <a:ext cx="4590111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những gì bạn muốn thảo luận.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6126" y="1943799"/>
            <a:ext cx="14415747" cy="333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65"/>
              </a:lnSpc>
            </a:pPr>
            <a:r>
              <a:rPr lang="en-US" b="true" sz="11877">
                <a:solidFill>
                  <a:srgbClr val="133030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36126" y="8388754"/>
            <a:ext cx="14415747" cy="40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0" y="7117150"/>
            <a:ext cx="18288000" cy="0"/>
          </a:xfrm>
          <a:prstGeom prst="line">
            <a:avLst/>
          </a:prstGeom>
          <a:ln cap="rnd" w="28575">
            <a:solidFill>
              <a:srgbClr val="45F8B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453415"/>
            <a:chOff x="0" y="0"/>
            <a:chExt cx="24384000" cy="9937886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9356" r="0" b="19356"/>
            <a:stretch>
              <a:fillRect/>
            </a:stretch>
          </p:blipFill>
          <p:spPr>
            <a:xfrm flipH="false" flipV="false">
              <a:off x="0" y="0"/>
              <a:ext cx="24384000" cy="9937886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2878986" y="8585079"/>
            <a:ext cx="12530027" cy="40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Viết chú thích cho ảnh tại đây.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6571727"/>
          </a:xfrm>
          <a:custGeom>
            <a:avLst/>
            <a:gdLst/>
            <a:ahLst/>
            <a:cxnLst/>
            <a:rect r="r" b="b" t="t" l="l"/>
            <a:pathLst>
              <a:path h="6571727" w="18288000">
                <a:moveTo>
                  <a:pt x="0" y="0"/>
                </a:moveTo>
                <a:lnTo>
                  <a:pt x="18288000" y="0"/>
                </a:lnTo>
                <a:lnTo>
                  <a:pt x="18288000" y="6571727"/>
                </a:lnTo>
                <a:lnTo>
                  <a:pt x="0" y="6571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-60015" r="0" b="-255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69755"/>
            <a:ext cx="9725759" cy="243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8"/>
              </a:lnSpc>
            </a:pPr>
            <a:r>
              <a:rPr lang="en-US" b="true" sz="8065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089643"/>
            <a:ext cx="9244100" cy="40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94320" y="2618744"/>
            <a:ext cx="6201397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bạn muốn thảo luận.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594320" y="1982718"/>
            <a:ext cx="6201397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13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68675"/>
            <a:ext cx="6907906" cy="354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29"/>
              </a:lnSpc>
            </a:pPr>
            <a:r>
              <a:rPr lang="en-US" sz="7774" b="true">
                <a:solidFill>
                  <a:srgbClr val="133030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</a:t>
            </a:r>
          </a:p>
          <a:p>
            <a:pPr algn="l">
              <a:lnSpc>
                <a:spcPts val="9329"/>
              </a:lnSpc>
            </a:pPr>
            <a:r>
              <a:rPr lang="en-US" sz="7774" b="true">
                <a:solidFill>
                  <a:srgbClr val="133030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HOẶC Ý TƯỞNG CỦA BẠN</a:t>
            </a:r>
          </a:p>
        </p:txBody>
      </p:sp>
      <p:sp>
        <p:nvSpPr>
          <p:cNvPr name="AutoShape 5" id="5"/>
          <p:cNvSpPr/>
          <p:nvPr/>
        </p:nvSpPr>
        <p:spPr>
          <a:xfrm rot="-5400000">
            <a:off x="4033837" y="5129213"/>
            <a:ext cx="10287000" cy="0"/>
          </a:xfrm>
          <a:prstGeom prst="line">
            <a:avLst/>
          </a:prstGeom>
          <a:ln cap="rnd" w="28575">
            <a:solidFill>
              <a:srgbClr val="45F8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594320" y="6534214"/>
            <a:ext cx="6201397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bạn muốn thảo luận.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94320" y="5898188"/>
            <a:ext cx="6201397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13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2870" y="7754125"/>
            <a:ext cx="4234180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Hãy thêm một điểm chính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9452" y="5001028"/>
            <a:ext cx="5081016" cy="296392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89651" y="5001028"/>
            <a:ext cx="5081016" cy="296392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29850" y="5001028"/>
            <a:ext cx="5081016" cy="2963926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213069" y="7754125"/>
            <a:ext cx="4234180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Hãy thêm một điểm chính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53268" y="7754125"/>
            <a:ext cx="4234180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Hãy thêm một điểm chính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414883"/>
            <a:ext cx="16230600" cy="99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25"/>
              </a:lnSpc>
            </a:pPr>
            <a:r>
              <a:rPr lang="en-US" b="true" sz="7425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14225" y="3089660"/>
            <a:ext cx="8259549" cy="40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777" r="-7801" b="-105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57250"/>
            <a:ext cx="14677995" cy="449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15"/>
              </a:lnSpc>
              <a:spcBef>
                <a:spcPct val="0"/>
              </a:spcBef>
            </a:pPr>
            <a:r>
              <a:rPr lang="en-US" b="true" sz="8582">
                <a:solidFill>
                  <a:srgbClr val="FFFFFF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"Tương lai nằm trong tay những ai tin vào vẻ đẹp trong những giấc mơ của mình."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06909"/>
            <a:ext cx="7599181" cy="45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1"/>
              </a:lnSpc>
              <a:spcBef>
                <a:spcPct val="0"/>
              </a:spcBef>
            </a:pPr>
            <a:r>
              <a:rPr lang="en-US" b="true" sz="2593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ELEANOR ROOSEVELT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93183" y="4681118"/>
            <a:ext cx="13701634" cy="107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74"/>
              </a:lnSpc>
            </a:pPr>
            <a:r>
              <a:rPr lang="en-US" b="true" sz="8074">
                <a:solidFill>
                  <a:srgbClr val="45F8BD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THÊM MỘT TIÊU ĐỀ CHO MỤC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910833" y="1769159"/>
            <a:ext cx="7048774" cy="674868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10715" y="2571882"/>
            <a:ext cx="6983356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7875" b="true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</a:t>
            </a:r>
          </a:p>
          <a:p>
            <a:pPr algn="l">
              <a:lnSpc>
                <a:spcPts val="9450"/>
              </a:lnSpc>
            </a:pPr>
            <a:r>
              <a:rPr lang="en-US" sz="7875" b="true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HOẶC Ý TƯỞNG CỦA BẠN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10715" y="7299828"/>
            <a:ext cx="6983356" cy="36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5122" y="6610493"/>
            <a:ext cx="6201397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bạn muốn thảo luận.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55122" y="5974468"/>
            <a:ext cx="6201397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13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3967" y="2002510"/>
            <a:ext cx="15400066" cy="93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4"/>
              </a:lnSpc>
            </a:pPr>
            <a:r>
              <a:rPr lang="en-US" b="true" sz="7024">
                <a:solidFill>
                  <a:srgbClr val="133030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-3399" y="4690317"/>
            <a:ext cx="18291399" cy="0"/>
          </a:xfrm>
          <a:prstGeom prst="line">
            <a:avLst/>
          </a:prstGeom>
          <a:ln cap="rnd" w="28575">
            <a:solidFill>
              <a:srgbClr val="45F8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31481" y="6610493"/>
            <a:ext cx="6201397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bạn muốn thảo luận.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31481" y="5974468"/>
            <a:ext cx="6201397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13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94320" y="2001132"/>
            <a:ext cx="6201397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bạn muốn thảo luận.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594320" y="1365106"/>
            <a:ext cx="6201397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68675"/>
            <a:ext cx="6907906" cy="354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29"/>
              </a:lnSpc>
            </a:pPr>
            <a:r>
              <a:rPr lang="en-US" sz="7774" b="true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</a:t>
            </a:r>
          </a:p>
          <a:p>
            <a:pPr algn="l">
              <a:lnSpc>
                <a:spcPts val="9329"/>
              </a:lnSpc>
            </a:pPr>
            <a:r>
              <a:rPr lang="en-US" sz="7774" b="true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HOẶC Ý TƯỞNG CỦA BẠN</a:t>
            </a:r>
          </a:p>
        </p:txBody>
      </p:sp>
      <p:sp>
        <p:nvSpPr>
          <p:cNvPr name="AutoShape 5" id="5"/>
          <p:cNvSpPr/>
          <p:nvPr/>
        </p:nvSpPr>
        <p:spPr>
          <a:xfrm rot="-5400000">
            <a:off x="4033837" y="5129213"/>
            <a:ext cx="10287000" cy="0"/>
          </a:xfrm>
          <a:prstGeom prst="line">
            <a:avLst/>
          </a:prstGeom>
          <a:ln cap="rnd" w="28575">
            <a:solidFill>
              <a:srgbClr val="45F8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594320" y="4816482"/>
            <a:ext cx="6201397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bạn muốn thảo luận.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94320" y="4180456"/>
            <a:ext cx="6201397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94320" y="7631831"/>
            <a:ext cx="6201397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bạn muốn thảo luận.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94320" y="6995806"/>
            <a:ext cx="6201397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79420" y="1028700"/>
            <a:ext cx="6379880" cy="8229600"/>
            <a:chOff x="0" y="0"/>
            <a:chExt cx="8506506" cy="109728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6975" r="0" b="6975"/>
            <a:stretch>
              <a:fillRect/>
            </a:stretch>
          </p:blipFill>
          <p:spPr>
            <a:xfrm flipH="false" flipV="false">
              <a:off x="0" y="0"/>
              <a:ext cx="8506506" cy="109728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6334635" y="1028700"/>
            <a:ext cx="4338808" cy="8229600"/>
            <a:chOff x="0" y="0"/>
            <a:chExt cx="5785077" cy="1097280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32426" t="0" r="32426" b="0"/>
            <a:stretch>
              <a:fillRect/>
            </a:stretch>
          </p:blipFill>
          <p:spPr>
            <a:xfrm flipH="false" flipV="false">
              <a:off x="0" y="0"/>
              <a:ext cx="5785077" cy="10972800"/>
            </a:xfrm>
            <a:prstGeom prst="rect">
              <a:avLst/>
            </a:prstGeom>
          </p:spPr>
        </p:pic>
      </p:grpSp>
      <p:sp>
        <p:nvSpPr>
          <p:cNvPr name="TextBox 6" id="6"/>
          <p:cNvSpPr txBox="true"/>
          <p:nvPr/>
        </p:nvSpPr>
        <p:spPr>
          <a:xfrm rot="0">
            <a:off x="1028700" y="8848302"/>
            <a:ext cx="4631081" cy="40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Viết chú thích cho ảnh tại đây.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25100"/>
            <a:ext cx="16230600" cy="99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25"/>
              </a:lnSpc>
            </a:pPr>
            <a:r>
              <a:rPr lang="en-US" b="true" sz="7425">
                <a:solidFill>
                  <a:srgbClr val="133030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8615" y="6279884"/>
            <a:ext cx="4792470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những gì bạn muốn thảo luận.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8615" y="5643858"/>
            <a:ext cx="4792470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13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47765" y="6279884"/>
            <a:ext cx="4792470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những gì bạn muốn thảo luận.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47765" y="5643858"/>
            <a:ext cx="4792470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13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16915" y="6279884"/>
            <a:ext cx="4792470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những gì bạn muốn thảo luận.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16915" y="5643858"/>
            <a:ext cx="4792470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13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-3399" y="4690317"/>
            <a:ext cx="18291399" cy="0"/>
          </a:xfrm>
          <a:prstGeom prst="line">
            <a:avLst/>
          </a:prstGeom>
          <a:ln cap="rnd" w="28575">
            <a:solidFill>
              <a:srgbClr val="45F8B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3872" y="770905"/>
            <a:ext cx="7543039" cy="880314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392260" y="2571882"/>
            <a:ext cx="6983356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7875" b="true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</a:t>
            </a:r>
          </a:p>
          <a:p>
            <a:pPr algn="l">
              <a:lnSpc>
                <a:spcPts val="9450"/>
              </a:lnSpc>
            </a:pPr>
            <a:r>
              <a:rPr lang="en-US" sz="7875" b="true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HOẶC Ý TƯỞNG CỦA BẠN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92260" y="7299828"/>
            <a:ext cx="6983356" cy="36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93183" y="4681118"/>
            <a:ext cx="13701634" cy="107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74"/>
              </a:lnSpc>
            </a:pPr>
            <a:r>
              <a:rPr lang="en-US" b="true" sz="8074">
                <a:solidFill>
                  <a:srgbClr val="45F8BD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THÊM MỘT TIÊU ĐỀ CHO MỤC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78276" y="2097634"/>
            <a:ext cx="3711650" cy="73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78276" y="1461608"/>
            <a:ext cx="3711650" cy="43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13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70667"/>
            <a:ext cx="4688364" cy="5545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9"/>
              </a:lnSpc>
            </a:pPr>
            <a:r>
              <a:rPr lang="en-US" sz="7324" b="true">
                <a:solidFill>
                  <a:srgbClr val="133030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</a:t>
            </a:r>
          </a:p>
          <a:p>
            <a:pPr algn="l">
              <a:lnSpc>
                <a:spcPts val="8789"/>
              </a:lnSpc>
            </a:pPr>
            <a:r>
              <a:rPr lang="en-US" sz="7324" b="true">
                <a:solidFill>
                  <a:srgbClr val="133030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Ý TƯỞNG CỦA BẠN</a:t>
            </a:r>
          </a:p>
        </p:txBody>
      </p:sp>
      <p:sp>
        <p:nvSpPr>
          <p:cNvPr name="AutoShape 5" id="5"/>
          <p:cNvSpPr/>
          <p:nvPr/>
        </p:nvSpPr>
        <p:spPr>
          <a:xfrm rot="-5400000">
            <a:off x="1775695" y="5129213"/>
            <a:ext cx="10287000" cy="0"/>
          </a:xfrm>
          <a:prstGeom prst="line">
            <a:avLst/>
          </a:prstGeom>
          <a:ln cap="rnd" w="28575">
            <a:solidFill>
              <a:srgbClr val="45F8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293867" y="2097634"/>
            <a:ext cx="3711650" cy="73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93867" y="1461608"/>
            <a:ext cx="3711650" cy="43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13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78276" y="6303111"/>
            <a:ext cx="3711650" cy="73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78276" y="5667085"/>
            <a:ext cx="3711650" cy="43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13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93867" y="6303111"/>
            <a:ext cx="3711650" cy="73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93867" y="5667085"/>
            <a:ext cx="3711650" cy="43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13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4120581"/>
          </a:xfrm>
          <a:custGeom>
            <a:avLst/>
            <a:gdLst/>
            <a:ahLst/>
            <a:cxnLst/>
            <a:rect r="r" b="b" t="t" l="l"/>
            <a:pathLst>
              <a:path h="4120581" w="18288000">
                <a:moveTo>
                  <a:pt x="0" y="0"/>
                </a:moveTo>
                <a:lnTo>
                  <a:pt x="18288000" y="0"/>
                </a:lnTo>
                <a:lnTo>
                  <a:pt x="18288000" y="4120581"/>
                </a:lnTo>
                <a:lnTo>
                  <a:pt x="0" y="4120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-95716" r="0" b="-1001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45000"/>
            <a:ext cx="1568957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b="true" sz="7200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9214" y="5606574"/>
            <a:ext cx="7185715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5"/>
              </a:lnSpc>
              <a:spcBef>
                <a:spcPct val="0"/>
              </a:spcBef>
            </a:pPr>
            <a:r>
              <a:rPr lang="en-US" b="true" sz="2175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9214" y="4970548"/>
            <a:ext cx="7185715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03070" y="5606574"/>
            <a:ext cx="7185715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5"/>
              </a:lnSpc>
              <a:spcBef>
                <a:spcPct val="0"/>
              </a:spcBef>
            </a:pPr>
            <a:r>
              <a:rPr lang="en-US" b="true" sz="2175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03070" y="4970548"/>
            <a:ext cx="7185715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9214" y="8132418"/>
            <a:ext cx="7185715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5"/>
              </a:lnSpc>
              <a:spcBef>
                <a:spcPct val="0"/>
              </a:spcBef>
            </a:pPr>
            <a:r>
              <a:rPr lang="en-US" b="true" sz="2175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9214" y="7496392"/>
            <a:ext cx="7185715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03070" y="8132418"/>
            <a:ext cx="7185715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5"/>
              </a:lnSpc>
              <a:spcBef>
                <a:spcPct val="0"/>
              </a:spcBef>
            </a:pPr>
            <a:r>
              <a:rPr lang="en-US" b="true" sz="2175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3070" y="7496392"/>
            <a:ext cx="7185715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Hãy thêm một điểm chính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1895" y="6901929"/>
            <a:ext cx="551357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45F8BD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2 TRÊN 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51895" y="7717128"/>
            <a:ext cx="5513572" cy="73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bạn muốn thảo luận.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52634" y="5055594"/>
            <a:ext cx="6017826" cy="1933263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07928" y="5103485"/>
            <a:ext cx="6201505" cy="1837483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1766588"/>
            <a:ext cx="16230600" cy="99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25"/>
              </a:lnSpc>
            </a:pPr>
            <a:r>
              <a:rPr lang="en-US" b="true" sz="7425">
                <a:solidFill>
                  <a:srgbClr val="133030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AutoShape 7" id="7"/>
          <p:cNvSpPr/>
          <p:nvPr/>
        </p:nvSpPr>
        <p:spPr>
          <a:xfrm rot="-5400000">
            <a:off x="6629987" y="6837295"/>
            <a:ext cx="5056601" cy="0"/>
          </a:xfrm>
          <a:prstGeom prst="line">
            <a:avLst/>
          </a:prstGeom>
          <a:ln cap="rnd" w="28575">
            <a:solidFill>
              <a:srgbClr val="45F8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804761" y="6901929"/>
            <a:ext cx="551357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45F8BD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5 TRÊN 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4761" y="7717128"/>
            <a:ext cx="5513572" cy="73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bạn muốn thảo luận.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707076" cy="5143500"/>
            <a:chOff x="0" y="0"/>
            <a:chExt cx="15609435" cy="6858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3524" r="0" b="33524"/>
            <a:stretch>
              <a:fillRect/>
            </a:stretch>
          </p:blipFill>
          <p:spPr>
            <a:xfrm flipH="false" flipV="false">
              <a:off x="0" y="0"/>
              <a:ext cx="15609435" cy="6858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5143500"/>
            <a:ext cx="11707076" cy="5143500"/>
            <a:chOff x="0" y="0"/>
            <a:chExt cx="15609435" cy="685800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t="17059" r="0" b="17059"/>
            <a:stretch>
              <a:fillRect/>
            </a:stretch>
          </p:blipFill>
          <p:spPr>
            <a:xfrm flipH="false" flipV="false">
              <a:off x="0" y="0"/>
              <a:ext cx="15609435" cy="6858000"/>
            </a:xfrm>
            <a:prstGeom prst="rect">
              <a:avLst/>
            </a:prstGeom>
          </p:spPr>
        </p:pic>
      </p:grpSp>
      <p:sp>
        <p:nvSpPr>
          <p:cNvPr name="TextBox 6" id="6"/>
          <p:cNvSpPr txBox="true"/>
          <p:nvPr/>
        </p:nvSpPr>
        <p:spPr>
          <a:xfrm rot="0">
            <a:off x="12628219" y="8848302"/>
            <a:ext cx="4631081" cy="40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Viết chú thích cho ảnh tại đây.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1429" y="8848302"/>
            <a:ext cx="11405142" cy="40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Viết chú thích cho ảnh tại đây.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2699573"/>
            <a:ext cx="18288000" cy="5217543"/>
            <a:chOff x="0" y="0"/>
            <a:chExt cx="24384000" cy="6956725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0" t="28602" r="0" b="28602"/>
            <a:stretch>
              <a:fillRect/>
            </a:stretch>
          </p:blipFill>
          <p:spPr>
            <a:xfrm flipH="false" flipV="false">
              <a:off x="0" y="0"/>
              <a:ext cx="24384000" cy="6956725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028700" y="1895350"/>
            <a:ext cx="1568957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b="true" sz="7200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6797" y="4639737"/>
            <a:ext cx="14774405" cy="116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49"/>
              </a:lnSpc>
            </a:pPr>
            <a:r>
              <a:rPr lang="en-US" b="true" sz="8749">
                <a:solidFill>
                  <a:srgbClr val="45F8BD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THÊM MỘT TIÊU ĐỀ CHO MỤC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8547" t="16530" r="0" b="14744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447646" y="1019175"/>
            <a:ext cx="7811654" cy="39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530"/>
              </a:lnSpc>
            </a:pPr>
            <a:r>
              <a:rPr lang="en-US" b="true" sz="8775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</a:t>
            </a:r>
          </a:p>
          <a:p>
            <a:pPr algn="r" marL="0" indent="0" lvl="0">
              <a:lnSpc>
                <a:spcPts val="10530"/>
              </a:lnSpc>
            </a:pPr>
            <a:r>
              <a:rPr lang="en-US" b="true" sz="8775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HOẶC Ý TƯỞNG CỦA BẠN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79781"/>
            <a:ext cx="16230600" cy="99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25"/>
              </a:lnSpc>
            </a:pPr>
            <a:r>
              <a:rPr lang="en-US" b="true" sz="7425">
                <a:solidFill>
                  <a:srgbClr val="133030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14225" y="2954557"/>
            <a:ext cx="8259549" cy="40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51887" y="3175272"/>
            <a:ext cx="16984226" cy="721524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9378352" cy="235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81"/>
              </a:lnSpc>
            </a:pPr>
            <a:r>
              <a:rPr lang="en-US" b="true" sz="7734">
                <a:solidFill>
                  <a:srgbClr val="FFFFFF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HÃY VIẾT CHỦ ĐỀ HOẶC Ý TƯỞNG CỦA BẠN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81386" y="8424968"/>
            <a:ext cx="4177914" cy="83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trình bày ngắn gọn về những gì bạn muốn thảo luận.</a:t>
            </a:r>
          </a:p>
        </p:txBody>
      </p:sp>
      <p:sp>
        <p:nvSpPr>
          <p:cNvPr name="AutoShape 4" id="4"/>
          <p:cNvSpPr/>
          <p:nvPr/>
        </p:nvSpPr>
        <p:spPr>
          <a:xfrm rot="-5400000">
            <a:off x="6638891" y="5129213"/>
            <a:ext cx="10287000" cy="0"/>
          </a:xfrm>
          <a:prstGeom prst="line">
            <a:avLst/>
          </a:prstGeom>
          <a:ln cap="rnd" w="28575">
            <a:solidFill>
              <a:srgbClr val="45F8B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13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5003" y="1977487"/>
            <a:ext cx="14677995" cy="389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99"/>
              </a:lnSpc>
            </a:pPr>
            <a:r>
              <a:rPr lang="en-US" b="true" sz="8582">
                <a:solidFill>
                  <a:srgbClr val="FFFFFF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"Tương lai nằm trong tay những ai tin vào vẻ đẹp trong những giấc mơ của mình."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22602" y="7668930"/>
            <a:ext cx="10242796" cy="45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1"/>
              </a:lnSpc>
              <a:spcBef>
                <a:spcPct val="0"/>
              </a:spcBef>
            </a:pPr>
            <a:r>
              <a:rPr lang="en-US" b="true" sz="2593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ELEANOR ROOSEVELT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70920" y="3646050"/>
            <a:ext cx="4140620" cy="190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0"/>
              </a:lnSpc>
            </a:pPr>
            <a:r>
              <a:rPr lang="en-US" sz="5777" b="true">
                <a:solidFill>
                  <a:srgbClr val="45F8BD"/>
                </a:solidFill>
                <a:latin typeface="Barlow SemiCondensed Heavy"/>
                <a:ea typeface="Barlow SemiCondensed Heavy"/>
                <a:cs typeface="Barlow SemiCondensed Heavy"/>
                <a:sym typeface="Barlow SemiCondensed Heavy"/>
              </a:rPr>
              <a:t>BIỂU TƯỢNG MIỄN PHÍ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70920" y="5808465"/>
            <a:ext cx="4140620" cy="63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b="true" sz="2025" spc="-40" u="none">
                <a:solidFill>
                  <a:srgbClr val="1330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Hãy sử dụng những yếu tố này trong bài thuyết trình Canva của bạn.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25661" y="1578977"/>
            <a:ext cx="667222" cy="481613"/>
          </a:xfrm>
          <a:custGeom>
            <a:avLst/>
            <a:gdLst/>
            <a:ahLst/>
            <a:cxnLst/>
            <a:rect r="r" b="b" t="t" l="l"/>
            <a:pathLst>
              <a:path h="481613" w="667222">
                <a:moveTo>
                  <a:pt x="0" y="0"/>
                </a:moveTo>
                <a:lnTo>
                  <a:pt x="667222" y="0"/>
                </a:lnTo>
                <a:lnTo>
                  <a:pt x="667222" y="481613"/>
                </a:lnTo>
                <a:lnTo>
                  <a:pt x="0" y="481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19646" y="1472176"/>
            <a:ext cx="529627" cy="695215"/>
          </a:xfrm>
          <a:custGeom>
            <a:avLst/>
            <a:gdLst/>
            <a:ahLst/>
            <a:cxnLst/>
            <a:rect r="r" b="b" t="t" l="l"/>
            <a:pathLst>
              <a:path h="695215" w="529627">
                <a:moveTo>
                  <a:pt x="0" y="0"/>
                </a:moveTo>
                <a:lnTo>
                  <a:pt x="529627" y="0"/>
                </a:lnTo>
                <a:lnTo>
                  <a:pt x="529627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80669" y="1525576"/>
            <a:ext cx="600422" cy="588414"/>
          </a:xfrm>
          <a:custGeom>
            <a:avLst/>
            <a:gdLst/>
            <a:ahLst/>
            <a:cxnLst/>
            <a:rect r="r" b="b" t="t" l="l"/>
            <a:pathLst>
              <a:path h="588414" w="600422">
                <a:moveTo>
                  <a:pt x="0" y="0"/>
                </a:moveTo>
                <a:lnTo>
                  <a:pt x="600422" y="0"/>
                </a:lnTo>
                <a:lnTo>
                  <a:pt x="600422" y="588414"/>
                </a:lnTo>
                <a:lnTo>
                  <a:pt x="0" y="588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48665" y="1472176"/>
            <a:ext cx="463898" cy="695215"/>
          </a:xfrm>
          <a:custGeom>
            <a:avLst/>
            <a:gdLst/>
            <a:ahLst/>
            <a:cxnLst/>
            <a:rect r="r" b="b" t="t" l="l"/>
            <a:pathLst>
              <a:path h="695215" w="463898">
                <a:moveTo>
                  <a:pt x="0" y="0"/>
                </a:moveTo>
                <a:lnTo>
                  <a:pt x="463898" y="0"/>
                </a:lnTo>
                <a:lnTo>
                  <a:pt x="463898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50872" y="1521493"/>
            <a:ext cx="565125" cy="596581"/>
          </a:xfrm>
          <a:custGeom>
            <a:avLst/>
            <a:gdLst/>
            <a:ahLst/>
            <a:cxnLst/>
            <a:rect r="r" b="b" t="t" l="l"/>
            <a:pathLst>
              <a:path h="596581" w="565125">
                <a:moveTo>
                  <a:pt x="0" y="0"/>
                </a:moveTo>
                <a:lnTo>
                  <a:pt x="565124" y="0"/>
                </a:lnTo>
                <a:lnTo>
                  <a:pt x="565124" y="596580"/>
                </a:lnTo>
                <a:lnTo>
                  <a:pt x="0" y="596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02114" y="1472176"/>
            <a:ext cx="619373" cy="695215"/>
          </a:xfrm>
          <a:custGeom>
            <a:avLst/>
            <a:gdLst/>
            <a:ahLst/>
            <a:cxnLst/>
            <a:rect r="r" b="b" t="t" l="l"/>
            <a:pathLst>
              <a:path h="695215" w="619373">
                <a:moveTo>
                  <a:pt x="0" y="0"/>
                </a:moveTo>
                <a:lnTo>
                  <a:pt x="619374" y="0"/>
                </a:lnTo>
                <a:lnTo>
                  <a:pt x="619374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19648" y="8205267"/>
            <a:ext cx="673235" cy="523899"/>
          </a:xfrm>
          <a:custGeom>
            <a:avLst/>
            <a:gdLst/>
            <a:ahLst/>
            <a:cxnLst/>
            <a:rect r="r" b="b" t="t" l="l"/>
            <a:pathLst>
              <a:path h="523899" w="673235">
                <a:moveTo>
                  <a:pt x="0" y="0"/>
                </a:moveTo>
                <a:lnTo>
                  <a:pt x="673235" y="0"/>
                </a:lnTo>
                <a:lnTo>
                  <a:pt x="673235" y="523899"/>
                </a:lnTo>
                <a:lnTo>
                  <a:pt x="0" y="5238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45417" y="8119609"/>
            <a:ext cx="278086" cy="695215"/>
          </a:xfrm>
          <a:custGeom>
            <a:avLst/>
            <a:gdLst/>
            <a:ahLst/>
            <a:cxnLst/>
            <a:rect r="r" b="b" t="t" l="l"/>
            <a:pathLst>
              <a:path h="695215" w="278086">
                <a:moveTo>
                  <a:pt x="0" y="0"/>
                </a:moveTo>
                <a:lnTo>
                  <a:pt x="278086" y="0"/>
                </a:lnTo>
                <a:lnTo>
                  <a:pt x="278086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23417" y="8222842"/>
            <a:ext cx="714926" cy="488749"/>
          </a:xfrm>
          <a:custGeom>
            <a:avLst/>
            <a:gdLst/>
            <a:ahLst/>
            <a:cxnLst/>
            <a:rect r="r" b="b" t="t" l="l"/>
            <a:pathLst>
              <a:path h="488749" w="714926">
                <a:moveTo>
                  <a:pt x="0" y="0"/>
                </a:moveTo>
                <a:lnTo>
                  <a:pt x="714926" y="0"/>
                </a:lnTo>
                <a:lnTo>
                  <a:pt x="714926" y="488750"/>
                </a:lnTo>
                <a:lnTo>
                  <a:pt x="0" y="488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84696" y="8172913"/>
            <a:ext cx="591836" cy="588608"/>
          </a:xfrm>
          <a:custGeom>
            <a:avLst/>
            <a:gdLst/>
            <a:ahLst/>
            <a:cxnLst/>
            <a:rect r="r" b="b" t="t" l="l"/>
            <a:pathLst>
              <a:path h="588608" w="591836">
                <a:moveTo>
                  <a:pt x="0" y="0"/>
                </a:moveTo>
                <a:lnTo>
                  <a:pt x="591836" y="0"/>
                </a:lnTo>
                <a:lnTo>
                  <a:pt x="591836" y="588608"/>
                </a:lnTo>
                <a:lnTo>
                  <a:pt x="0" y="58860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06399" y="8119609"/>
            <a:ext cx="254069" cy="695215"/>
          </a:xfrm>
          <a:custGeom>
            <a:avLst/>
            <a:gdLst/>
            <a:ahLst/>
            <a:cxnLst/>
            <a:rect r="r" b="b" t="t" l="l"/>
            <a:pathLst>
              <a:path h="695215" w="254069">
                <a:moveTo>
                  <a:pt x="0" y="0"/>
                </a:moveTo>
                <a:lnTo>
                  <a:pt x="254070" y="0"/>
                </a:lnTo>
                <a:lnTo>
                  <a:pt x="254070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02114" y="8169355"/>
            <a:ext cx="619373" cy="595724"/>
          </a:xfrm>
          <a:custGeom>
            <a:avLst/>
            <a:gdLst/>
            <a:ahLst/>
            <a:cxnLst/>
            <a:rect r="r" b="b" t="t" l="l"/>
            <a:pathLst>
              <a:path h="595724" w="619373">
                <a:moveTo>
                  <a:pt x="0" y="0"/>
                </a:moveTo>
                <a:lnTo>
                  <a:pt x="619374" y="0"/>
                </a:lnTo>
                <a:lnTo>
                  <a:pt x="619374" y="595724"/>
                </a:lnTo>
                <a:lnTo>
                  <a:pt x="0" y="59572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558924" y="6457751"/>
            <a:ext cx="400697" cy="695215"/>
          </a:xfrm>
          <a:custGeom>
            <a:avLst/>
            <a:gdLst/>
            <a:ahLst/>
            <a:cxnLst/>
            <a:rect r="r" b="b" t="t" l="l"/>
            <a:pathLst>
              <a:path h="695215" w="400697">
                <a:moveTo>
                  <a:pt x="0" y="0"/>
                </a:moveTo>
                <a:lnTo>
                  <a:pt x="400696" y="0"/>
                </a:lnTo>
                <a:lnTo>
                  <a:pt x="400696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41766" y="6457751"/>
            <a:ext cx="485386" cy="695215"/>
          </a:xfrm>
          <a:custGeom>
            <a:avLst/>
            <a:gdLst/>
            <a:ahLst/>
            <a:cxnLst/>
            <a:rect r="r" b="b" t="t" l="l"/>
            <a:pathLst>
              <a:path h="695215" w="485386">
                <a:moveTo>
                  <a:pt x="0" y="0"/>
                </a:moveTo>
                <a:lnTo>
                  <a:pt x="485387" y="0"/>
                </a:lnTo>
                <a:lnTo>
                  <a:pt x="485387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19858" y="6457751"/>
            <a:ext cx="522043" cy="695215"/>
          </a:xfrm>
          <a:custGeom>
            <a:avLst/>
            <a:gdLst/>
            <a:ahLst/>
            <a:cxnLst/>
            <a:rect r="r" b="b" t="t" l="l"/>
            <a:pathLst>
              <a:path h="695215" w="522043">
                <a:moveTo>
                  <a:pt x="0" y="0"/>
                </a:moveTo>
                <a:lnTo>
                  <a:pt x="522043" y="0"/>
                </a:lnTo>
                <a:lnTo>
                  <a:pt x="522043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612640" y="6457751"/>
            <a:ext cx="535947" cy="695215"/>
          </a:xfrm>
          <a:custGeom>
            <a:avLst/>
            <a:gdLst/>
            <a:ahLst/>
            <a:cxnLst/>
            <a:rect r="r" b="b" t="t" l="l"/>
            <a:pathLst>
              <a:path h="695215" w="535947">
                <a:moveTo>
                  <a:pt x="0" y="0"/>
                </a:moveTo>
                <a:lnTo>
                  <a:pt x="535947" y="0"/>
                </a:lnTo>
                <a:lnTo>
                  <a:pt x="535947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180487" y="6457751"/>
            <a:ext cx="305894" cy="695215"/>
          </a:xfrm>
          <a:custGeom>
            <a:avLst/>
            <a:gdLst/>
            <a:ahLst/>
            <a:cxnLst/>
            <a:rect r="r" b="b" t="t" l="l"/>
            <a:pathLst>
              <a:path h="695215" w="305894">
                <a:moveTo>
                  <a:pt x="0" y="0"/>
                </a:moveTo>
                <a:lnTo>
                  <a:pt x="305894" y="0"/>
                </a:lnTo>
                <a:lnTo>
                  <a:pt x="305894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141011" y="6534569"/>
            <a:ext cx="541580" cy="541580"/>
          </a:xfrm>
          <a:custGeom>
            <a:avLst/>
            <a:gdLst/>
            <a:ahLst/>
            <a:cxnLst/>
            <a:rect r="r" b="b" t="t" l="l"/>
            <a:pathLst>
              <a:path h="541580" w="541580">
                <a:moveTo>
                  <a:pt x="0" y="0"/>
                </a:moveTo>
                <a:lnTo>
                  <a:pt x="541580" y="0"/>
                </a:lnTo>
                <a:lnTo>
                  <a:pt x="541580" y="541579"/>
                </a:lnTo>
                <a:lnTo>
                  <a:pt x="0" y="541579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445766" y="4837975"/>
            <a:ext cx="627011" cy="611051"/>
          </a:xfrm>
          <a:custGeom>
            <a:avLst/>
            <a:gdLst/>
            <a:ahLst/>
            <a:cxnLst/>
            <a:rect r="r" b="b" t="t" l="l"/>
            <a:pathLst>
              <a:path h="611051" w="627011">
                <a:moveTo>
                  <a:pt x="0" y="0"/>
                </a:moveTo>
                <a:lnTo>
                  <a:pt x="627011" y="0"/>
                </a:lnTo>
                <a:lnTo>
                  <a:pt x="627011" y="611050"/>
                </a:lnTo>
                <a:lnTo>
                  <a:pt x="0" y="61105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029126" y="4795893"/>
            <a:ext cx="510667" cy="695215"/>
          </a:xfrm>
          <a:custGeom>
            <a:avLst/>
            <a:gdLst/>
            <a:ahLst/>
            <a:cxnLst/>
            <a:rect r="r" b="b" t="t" l="l"/>
            <a:pathLst>
              <a:path h="695215" w="510667">
                <a:moveTo>
                  <a:pt x="0" y="0"/>
                </a:moveTo>
                <a:lnTo>
                  <a:pt x="510667" y="0"/>
                </a:lnTo>
                <a:lnTo>
                  <a:pt x="510667" y="695214"/>
                </a:lnTo>
                <a:lnTo>
                  <a:pt x="0" y="695214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471825" y="4795893"/>
            <a:ext cx="618109" cy="695215"/>
          </a:xfrm>
          <a:custGeom>
            <a:avLst/>
            <a:gdLst/>
            <a:ahLst/>
            <a:cxnLst/>
            <a:rect r="r" b="b" t="t" l="l"/>
            <a:pathLst>
              <a:path h="695215" w="618109">
                <a:moveTo>
                  <a:pt x="0" y="0"/>
                </a:moveTo>
                <a:lnTo>
                  <a:pt x="618109" y="0"/>
                </a:lnTo>
                <a:lnTo>
                  <a:pt x="618109" y="695214"/>
                </a:lnTo>
                <a:lnTo>
                  <a:pt x="0" y="695214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608848" y="4795893"/>
            <a:ext cx="543532" cy="695215"/>
          </a:xfrm>
          <a:custGeom>
            <a:avLst/>
            <a:gdLst/>
            <a:ahLst/>
            <a:cxnLst/>
            <a:rect r="r" b="b" t="t" l="l"/>
            <a:pathLst>
              <a:path h="695215" w="543532">
                <a:moveTo>
                  <a:pt x="0" y="0"/>
                </a:moveTo>
                <a:lnTo>
                  <a:pt x="543532" y="0"/>
                </a:lnTo>
                <a:lnTo>
                  <a:pt x="543532" y="695214"/>
                </a:lnTo>
                <a:lnTo>
                  <a:pt x="0" y="695214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972711" y="4852298"/>
            <a:ext cx="721447" cy="582404"/>
          </a:xfrm>
          <a:custGeom>
            <a:avLst/>
            <a:gdLst/>
            <a:ahLst/>
            <a:cxnLst/>
            <a:rect r="r" b="b" t="t" l="l"/>
            <a:pathLst>
              <a:path h="582404" w="721447">
                <a:moveTo>
                  <a:pt x="0" y="0"/>
                </a:moveTo>
                <a:lnTo>
                  <a:pt x="721447" y="0"/>
                </a:lnTo>
                <a:lnTo>
                  <a:pt x="721447" y="582404"/>
                </a:lnTo>
                <a:lnTo>
                  <a:pt x="0" y="582404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067070" y="4899054"/>
            <a:ext cx="689462" cy="488891"/>
          </a:xfrm>
          <a:custGeom>
            <a:avLst/>
            <a:gdLst/>
            <a:ahLst/>
            <a:cxnLst/>
            <a:rect r="r" b="b" t="t" l="l"/>
            <a:pathLst>
              <a:path h="488891" w="689462">
                <a:moveTo>
                  <a:pt x="0" y="0"/>
                </a:moveTo>
                <a:lnTo>
                  <a:pt x="689462" y="0"/>
                </a:lnTo>
                <a:lnTo>
                  <a:pt x="689462" y="488892"/>
                </a:lnTo>
                <a:lnTo>
                  <a:pt x="0" y="488892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373041" y="3134034"/>
            <a:ext cx="772461" cy="695215"/>
          </a:xfrm>
          <a:custGeom>
            <a:avLst/>
            <a:gdLst/>
            <a:ahLst/>
            <a:cxnLst/>
            <a:rect r="r" b="b" t="t" l="l"/>
            <a:pathLst>
              <a:path h="695215" w="772461">
                <a:moveTo>
                  <a:pt x="0" y="0"/>
                </a:moveTo>
                <a:lnTo>
                  <a:pt x="772461" y="0"/>
                </a:lnTo>
                <a:lnTo>
                  <a:pt x="772461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979870" y="3168512"/>
            <a:ext cx="609179" cy="626259"/>
          </a:xfrm>
          <a:custGeom>
            <a:avLst/>
            <a:gdLst/>
            <a:ahLst/>
            <a:cxnLst/>
            <a:rect r="r" b="b" t="t" l="l"/>
            <a:pathLst>
              <a:path h="626259" w="609179">
                <a:moveTo>
                  <a:pt x="0" y="0"/>
                </a:moveTo>
                <a:lnTo>
                  <a:pt x="609179" y="0"/>
                </a:lnTo>
                <a:lnTo>
                  <a:pt x="609179" y="626259"/>
                </a:lnTo>
                <a:lnTo>
                  <a:pt x="0" y="626259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457763" y="3168512"/>
            <a:ext cx="646233" cy="626259"/>
          </a:xfrm>
          <a:custGeom>
            <a:avLst/>
            <a:gdLst/>
            <a:ahLst/>
            <a:cxnLst/>
            <a:rect r="r" b="b" t="t" l="l"/>
            <a:pathLst>
              <a:path h="626259" w="646233">
                <a:moveTo>
                  <a:pt x="0" y="0"/>
                </a:moveTo>
                <a:lnTo>
                  <a:pt x="646234" y="0"/>
                </a:lnTo>
                <a:lnTo>
                  <a:pt x="646234" y="626259"/>
                </a:lnTo>
                <a:lnTo>
                  <a:pt x="0" y="626259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528525" y="3134034"/>
            <a:ext cx="704177" cy="695215"/>
          </a:xfrm>
          <a:custGeom>
            <a:avLst/>
            <a:gdLst/>
            <a:ahLst/>
            <a:cxnLst/>
            <a:rect r="r" b="b" t="t" l="l"/>
            <a:pathLst>
              <a:path h="695215" w="704177">
                <a:moveTo>
                  <a:pt x="0" y="0"/>
                </a:moveTo>
                <a:lnTo>
                  <a:pt x="704177" y="0"/>
                </a:lnTo>
                <a:lnTo>
                  <a:pt x="704177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073045" y="3134034"/>
            <a:ext cx="520779" cy="695215"/>
          </a:xfrm>
          <a:custGeom>
            <a:avLst/>
            <a:gdLst/>
            <a:ahLst/>
            <a:cxnLst/>
            <a:rect r="r" b="b" t="t" l="l"/>
            <a:pathLst>
              <a:path h="695215" w="520779">
                <a:moveTo>
                  <a:pt x="0" y="0"/>
                </a:moveTo>
                <a:lnTo>
                  <a:pt x="520779" y="0"/>
                </a:lnTo>
                <a:lnTo>
                  <a:pt x="520779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183644" y="3134034"/>
            <a:ext cx="456314" cy="695215"/>
          </a:xfrm>
          <a:custGeom>
            <a:avLst/>
            <a:gdLst/>
            <a:ahLst/>
            <a:cxnLst/>
            <a:rect r="r" b="b" t="t" l="l"/>
            <a:pathLst>
              <a:path h="695215" w="456314">
                <a:moveTo>
                  <a:pt x="0" y="0"/>
                </a:moveTo>
                <a:lnTo>
                  <a:pt x="456314" y="0"/>
                </a:lnTo>
                <a:lnTo>
                  <a:pt x="456314" y="695215"/>
                </a:lnTo>
                <a:lnTo>
                  <a:pt x="0" y="695215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DAHL4ZPoeSY</dc:identifier>
  <dcterms:modified xsi:type="dcterms:W3CDTF">2011-08-01T06:04:30Z</dcterms:modified>
  <cp:revision>1</cp:revision>
  <dc:title>Xanh lá Trắng Chữ lớn In đậm Bản thuyết trình Đơn giản</dc:title>
</cp:coreProperties>
</file>