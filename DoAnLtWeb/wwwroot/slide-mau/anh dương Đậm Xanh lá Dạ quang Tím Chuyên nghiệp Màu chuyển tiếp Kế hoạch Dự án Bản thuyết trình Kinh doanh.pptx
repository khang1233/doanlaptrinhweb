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Muli Semi-Bold" charset="1" panose="00000700000000000000"/>
      <p:regular r:id="rId24"/>
    </p:embeddedFont>
    <p:embeddedFont>
      <p:font typeface="Muli" charset="1" panose="000005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10.xml" Type="http://schemas.openxmlformats.org/officeDocument/2006/relationships/slide"/><Relationship Id="rId11" Target="slide11.xml" Type="http://schemas.openxmlformats.org/officeDocument/2006/relationships/slide"/><Relationship Id="rId12" Target="slide13.xml" Type="http://schemas.openxmlformats.org/officeDocument/2006/relationships/slide"/><Relationship Id="rId13" Target="slide14.xml" Type="http://schemas.openxmlformats.org/officeDocument/2006/relationships/slide"/><Relationship Id="rId14" Target="../media/image2.png" Type="http://schemas.openxmlformats.org/officeDocument/2006/relationships/image"/><Relationship Id="rId15" Target="../media/image3.svg" Type="http://schemas.openxmlformats.org/officeDocument/2006/relationships/image"/><Relationship Id="rId2" Target="../media/image4.jpeg" Type="http://schemas.openxmlformats.org/officeDocument/2006/relationships/image"/><Relationship Id="rId3" Target="slide3.xml" Type="http://schemas.openxmlformats.org/officeDocument/2006/relationships/slide"/><Relationship Id="rId4" Target="slide4.xml" Type="http://schemas.openxmlformats.org/officeDocument/2006/relationships/slide"/><Relationship Id="rId5" Target="slide5.xml" Type="http://schemas.openxmlformats.org/officeDocument/2006/relationships/slide"/><Relationship Id="rId6" Target="slide6.xml" Type="http://schemas.openxmlformats.org/officeDocument/2006/relationships/slide"/><Relationship Id="rId7" Target="slide7.xml" Type="http://schemas.openxmlformats.org/officeDocument/2006/relationships/slide"/><Relationship Id="rId8" Target="slide8.xml" Type="http://schemas.openxmlformats.org/officeDocument/2006/relationships/slide"/><Relationship Id="rId9" Target="slide9.xml" Type="http://schemas.openxmlformats.org/officeDocument/2006/relationships/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slide2.xml" Type="http://schemas.openxmlformats.org/officeDocument/2006/relationships/slid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jpeg" Type="http://schemas.openxmlformats.org/officeDocument/2006/relationships/image"/><Relationship Id="rId6" Target="slide2.xml" Type="http://schemas.openxmlformats.org/officeDocument/2006/relationships/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slide2.xml" Type="http://schemas.openxmlformats.org/officeDocument/2006/relationships/slid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slide2.xml" Type="http://schemas.openxmlformats.org/officeDocument/2006/relationships/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jpeg" Type="http://schemas.openxmlformats.org/officeDocument/2006/relationships/image"/><Relationship Id="rId11" Target="../media/image20.jpeg" Type="http://schemas.openxmlformats.org/officeDocument/2006/relationships/image"/><Relationship Id="rId12" Target="../media/image21.jpeg" Type="http://schemas.openxmlformats.org/officeDocument/2006/relationships/image"/><Relationship Id="rId13" Target="../media/image22.jpeg" Type="http://schemas.openxmlformats.org/officeDocument/2006/relationships/image"/><Relationship Id="rId14" Target="slide2.xml" Type="http://schemas.openxmlformats.org/officeDocument/2006/relationships/slide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Relationship Id="rId5" Target="../media/image14.jpeg" Type="http://schemas.openxmlformats.org/officeDocument/2006/relationships/image"/><Relationship Id="rId6" Target="../media/image15.jpeg" Type="http://schemas.openxmlformats.org/officeDocument/2006/relationships/image"/><Relationship Id="rId7" Target="../media/image16.jpeg" Type="http://schemas.openxmlformats.org/officeDocument/2006/relationships/image"/><Relationship Id="rId8" Target="../media/image17.jpeg" Type="http://schemas.openxmlformats.org/officeDocument/2006/relationships/image"/><Relationship Id="rId9" Target="../media/image1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slide2.xml" Type="http://schemas.openxmlformats.org/officeDocument/2006/relationships/slid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.png" Type="http://schemas.openxmlformats.org/officeDocument/2006/relationships/image"/><Relationship Id="rId9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28.jpeg" Type="http://schemas.openxmlformats.org/officeDocument/2006/relationships/image"/><Relationship Id="rId6" Target="slide2.xml" Type="http://schemas.openxmlformats.org/officeDocument/2006/relationships/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slide2.xml" Type="http://schemas.openxmlformats.org/officeDocument/2006/relationships/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Relationship Id="rId9" Target="slide2.xml" Type="http://schemas.openxmlformats.org/officeDocument/2006/relationships/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jpe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slide2.xml" Type="http://schemas.openxmlformats.org/officeDocument/2006/relationships/slide"/><Relationship Id="rId7" Target="../media/image2.png" Type="http://schemas.openxmlformats.org/officeDocument/2006/relationships/image"/><Relationship Id="rId8" Target="../media/image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2.xml" Type="http://schemas.openxmlformats.org/officeDocument/2006/relationships/slide"/><Relationship Id="rId3" Target="../media/image12.jpeg" Type="http://schemas.openxmlformats.org/officeDocument/2006/relationships/image"/><Relationship Id="rId4" Target="../media/image15.jpeg" Type="http://schemas.openxmlformats.org/officeDocument/2006/relationships/image"/><Relationship Id="rId5" Target="../media/image17.jpeg" Type="http://schemas.openxmlformats.org/officeDocument/2006/relationships/image"/><Relationship Id="rId6" Target="../media/image22.jpeg" Type="http://schemas.openxmlformats.org/officeDocument/2006/relationships/image"/><Relationship Id="rId7" Target="../media/image19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2.xml" Type="http://schemas.openxmlformats.org/officeDocument/2006/relationships/slid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slide2.xml" Type="http://schemas.openxmlformats.org/officeDocument/2006/relationships/slide"/><Relationship Id="rId6" Target="../media/image12.jpeg" Type="http://schemas.openxmlformats.org/officeDocument/2006/relationships/image"/><Relationship Id="rId7" Target="../media/image17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jpeg" Type="http://schemas.openxmlformats.org/officeDocument/2006/relationships/image"/><Relationship Id="rId11" Target="../media/image48.jpeg" Type="http://schemas.openxmlformats.org/officeDocument/2006/relationships/image"/><Relationship Id="rId12" Target="../media/image49.jpeg" Type="http://schemas.openxmlformats.org/officeDocument/2006/relationships/imag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41.jpeg" Type="http://schemas.openxmlformats.org/officeDocument/2006/relationships/image"/><Relationship Id="rId5" Target="../media/image42.jpeg" Type="http://schemas.openxmlformats.org/officeDocument/2006/relationships/image"/><Relationship Id="rId6" Target="../media/image43.jpeg" Type="http://schemas.openxmlformats.org/officeDocument/2006/relationships/image"/><Relationship Id="rId7" Target="../media/image44.jpeg" Type="http://schemas.openxmlformats.org/officeDocument/2006/relationships/image"/><Relationship Id="rId8" Target="../media/image45.jpeg" Type="http://schemas.openxmlformats.org/officeDocument/2006/relationships/image"/><Relationship Id="rId9" Target="../media/image46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png" Type="http://schemas.openxmlformats.org/officeDocument/2006/relationships/image"/><Relationship Id="rId11" Target="../media/image57.svg" Type="http://schemas.openxmlformats.org/officeDocument/2006/relationships/image"/><Relationship Id="rId12" Target="../media/image58.png" Type="http://schemas.openxmlformats.org/officeDocument/2006/relationships/image"/><Relationship Id="rId13" Target="../media/image59.svg" Type="http://schemas.openxmlformats.org/officeDocument/2006/relationships/image"/><Relationship Id="rId14" Target="../media/image24.png" Type="http://schemas.openxmlformats.org/officeDocument/2006/relationships/image"/><Relationship Id="rId15" Target="../media/image25.svg" Type="http://schemas.openxmlformats.org/officeDocument/2006/relationships/image"/><Relationship Id="rId16" Target="../media/image60.png" Type="http://schemas.openxmlformats.org/officeDocument/2006/relationships/image"/><Relationship Id="rId17" Target="../media/image61.svg" Type="http://schemas.openxmlformats.org/officeDocument/2006/relationships/image"/><Relationship Id="rId18" Target="../media/image62.png" Type="http://schemas.openxmlformats.org/officeDocument/2006/relationships/image"/><Relationship Id="rId19" Target="../media/image63.svg" Type="http://schemas.openxmlformats.org/officeDocument/2006/relationships/image"/><Relationship Id="rId2" Target="../media/image7.png" Type="http://schemas.openxmlformats.org/officeDocument/2006/relationships/image"/><Relationship Id="rId20" Target="../media/image64.png" Type="http://schemas.openxmlformats.org/officeDocument/2006/relationships/image"/><Relationship Id="rId21" Target="../media/image65.svg" Type="http://schemas.openxmlformats.org/officeDocument/2006/relationships/image"/><Relationship Id="rId22" Target="../media/image66.png" Type="http://schemas.openxmlformats.org/officeDocument/2006/relationships/image"/><Relationship Id="rId23" Target="../media/image67.svg" Type="http://schemas.openxmlformats.org/officeDocument/2006/relationships/image"/><Relationship Id="rId24" Target="../media/image26.png" Type="http://schemas.openxmlformats.org/officeDocument/2006/relationships/image"/><Relationship Id="rId25" Target="../media/image27.svg" Type="http://schemas.openxmlformats.org/officeDocument/2006/relationships/image"/><Relationship Id="rId26" Target="../media/image68.png" Type="http://schemas.openxmlformats.org/officeDocument/2006/relationships/image"/><Relationship Id="rId27" Target="../media/image69.svg" Type="http://schemas.openxmlformats.org/officeDocument/2006/relationships/image"/><Relationship Id="rId28" Target="../media/image70.png" Type="http://schemas.openxmlformats.org/officeDocument/2006/relationships/image"/><Relationship Id="rId29" Target="../media/image71.svg" Type="http://schemas.openxmlformats.org/officeDocument/2006/relationships/image"/><Relationship Id="rId3" Target="../media/image8.svg" Type="http://schemas.openxmlformats.org/officeDocument/2006/relationships/image"/><Relationship Id="rId30" Target="../media/image72.png" Type="http://schemas.openxmlformats.org/officeDocument/2006/relationships/image"/><Relationship Id="rId31" Target="../media/image73.svg" Type="http://schemas.openxmlformats.org/officeDocument/2006/relationships/image"/><Relationship Id="rId32" Target="../media/image74.png" Type="http://schemas.openxmlformats.org/officeDocument/2006/relationships/image"/><Relationship Id="rId33" Target="../media/image75.svg" Type="http://schemas.openxmlformats.org/officeDocument/2006/relationships/image"/><Relationship Id="rId34" Target="../media/image76.png" Type="http://schemas.openxmlformats.org/officeDocument/2006/relationships/image"/><Relationship Id="rId35" Target="../media/image77.svg" Type="http://schemas.openxmlformats.org/officeDocument/2006/relationships/image"/><Relationship Id="rId36" Target="../media/image78.png" Type="http://schemas.openxmlformats.org/officeDocument/2006/relationships/image"/><Relationship Id="rId37" Target="../media/image79.svg" Type="http://schemas.openxmlformats.org/officeDocument/2006/relationships/image"/><Relationship Id="rId38" Target="../media/image80.png" Type="http://schemas.openxmlformats.org/officeDocument/2006/relationships/image"/><Relationship Id="rId39" Target="../media/image81.svg" Type="http://schemas.openxmlformats.org/officeDocument/2006/relationships/image"/><Relationship Id="rId4" Target="../media/image50.png" Type="http://schemas.openxmlformats.org/officeDocument/2006/relationships/image"/><Relationship Id="rId40" Target="../media/image82.png" Type="http://schemas.openxmlformats.org/officeDocument/2006/relationships/image"/><Relationship Id="rId41" Target="../media/image83.svg" Type="http://schemas.openxmlformats.org/officeDocument/2006/relationships/image"/><Relationship Id="rId42" Target="../media/image84.png" Type="http://schemas.openxmlformats.org/officeDocument/2006/relationships/image"/><Relationship Id="rId43" Target="../media/image85.svg" Type="http://schemas.openxmlformats.org/officeDocument/2006/relationships/image"/><Relationship Id="rId5" Target="../media/image51.svg" Type="http://schemas.openxmlformats.org/officeDocument/2006/relationships/image"/><Relationship Id="rId6" Target="../media/image52.png" Type="http://schemas.openxmlformats.org/officeDocument/2006/relationships/image"/><Relationship Id="rId7" Target="../media/image53.svg" Type="http://schemas.openxmlformats.org/officeDocument/2006/relationships/image"/><Relationship Id="rId8" Target="../media/image54.png" Type="http://schemas.openxmlformats.org/officeDocument/2006/relationships/image"/><Relationship Id="rId9" Target="../media/image5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6.png" Type="http://schemas.openxmlformats.org/officeDocument/2006/relationships/image"/><Relationship Id="rId3" Target="../media/image8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28700" y="8317417"/>
          <a:ext cx="16230600" cy="1139127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  <a:gridCol w="5410200"/>
              </a:tblGrid>
              <a:tr h="6786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b="true" sz="1500" spc="75">
                          <a:solidFill>
                            <a:srgbClr val="FFFFFF"/>
                          </a:solidFill>
                          <a:latin typeface="Muli Semi-Bold"/>
                          <a:ea typeface="Muli Semi-Bold"/>
                          <a:cs typeface="Muli Semi-Bold"/>
                          <a:sym typeface="Muli Semi-Bold"/>
                        </a:rPr>
                        <a:t>TRÌNH BÀY BỞI:</a:t>
                      </a:r>
                      <a:endParaRPr lang="en-US" sz="1100"/>
                    </a:p>
                    <a:p>
                      <a:pPr algn="l">
                        <a:lnSpc>
                          <a:spcPts val="2240"/>
                        </a:lnSpc>
                      </a:pPr>
                      <a:r>
                        <a:rPr lang="en-US" sz="1600" spc="20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Viết tên người trình bày ở đây</a:t>
                      </a:r>
                    </a:p>
                  </a:txBody>
                  <a:tcPr marL="19050" marR="19050" marT="19050" marB="1905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b="true" sz="1500" spc="75">
                          <a:solidFill>
                            <a:srgbClr val="FFFFFF"/>
                          </a:solidFill>
                          <a:latin typeface="Muli Semi-Bold"/>
                          <a:ea typeface="Muli Semi-Bold"/>
                          <a:cs typeface="Muli Semi-Bold"/>
                          <a:sym typeface="Muli Semi-Bold"/>
                        </a:rPr>
                        <a:t>NGÀY:</a:t>
                      </a:r>
                      <a:endParaRPr lang="en-US" sz="1100"/>
                    </a:p>
                    <a:p>
                      <a:pPr algn="l">
                        <a:lnSpc>
                          <a:spcPts val="2240"/>
                        </a:lnSpc>
                      </a:pPr>
                      <a:r>
                        <a:rPr lang="en-US" sz="1600" spc="20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Viết ngày ở đây</a:t>
                      </a:r>
                    </a:p>
                  </a:txBody>
                  <a:tcPr marL="19050" marR="19050" marT="19050" marB="1905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b="true" sz="1500" spc="75">
                          <a:solidFill>
                            <a:srgbClr val="FFFFFF"/>
                          </a:solidFill>
                          <a:latin typeface="Muli Semi-Bold"/>
                          <a:ea typeface="Muli Semi-Bold"/>
                          <a:cs typeface="Muli Semi-Bold"/>
                          <a:sym typeface="Muli Semi-Bold"/>
                        </a:rPr>
                        <a:t>LIÊN HỆ:</a:t>
                      </a:r>
                      <a:endParaRPr lang="en-US" sz="1100"/>
                    </a:p>
                    <a:p>
                      <a:pPr algn="l">
                        <a:lnSpc>
                          <a:spcPts val="2240"/>
                        </a:lnSpc>
                      </a:pPr>
                      <a:r>
                        <a:rPr lang="en-US" sz="1600" spc="20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xinchao@trangwebhay.vn</a:t>
                      </a:r>
                    </a:p>
                  </a:txBody>
                  <a:tcPr marL="19050" marR="19050" marT="19050" marB="1905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028700" y="3299577"/>
            <a:ext cx="12563898" cy="201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74"/>
              </a:lnSpc>
            </a:pPr>
            <a:r>
              <a:rPr lang="en-US" sz="13228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Kế hoạch Dự án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885865"/>
            <a:ext cx="11409016" cy="514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Thêm đoạn miêu tả ngắn ở đây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91094" y="1223119"/>
            <a:ext cx="4191556" cy="540713"/>
            <a:chOff x="0" y="0"/>
            <a:chExt cx="5588741" cy="72095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1243678" y="184389"/>
              <a:ext cx="4345063" cy="333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1"/>
                </a:lnSpc>
                <a:spcBef>
                  <a:spcPct val="0"/>
                </a:spcBef>
              </a:pPr>
              <a:r>
                <a:rPr lang="en-US" b="true" sz="1601" spc="57">
                  <a:solidFill>
                    <a:srgbClr val="FFFFFF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THÊM TÊN CÔNG TY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5053" cy="720951"/>
            </a:xfrm>
            <a:custGeom>
              <a:avLst/>
              <a:gdLst/>
              <a:ahLst/>
              <a:cxnLst/>
              <a:rect r="r" b="b" t="t" l="l"/>
              <a:pathLst>
                <a:path h="720951" w="915053">
                  <a:moveTo>
                    <a:pt x="0" y="0"/>
                  </a:moveTo>
                  <a:lnTo>
                    <a:pt x="915053" y="0"/>
                  </a:lnTo>
                  <a:lnTo>
                    <a:pt x="915053" y="720951"/>
                  </a:lnTo>
                  <a:lnTo>
                    <a:pt x="0" y="7209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759" t="-14900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770208" y="1222563"/>
            <a:ext cx="6489105" cy="2305743"/>
            <a:chOff x="0" y="0"/>
            <a:chExt cx="4895474" cy="17394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95474" cy="1739486"/>
            </a:xfrm>
            <a:custGeom>
              <a:avLst/>
              <a:gdLst/>
              <a:ahLst/>
              <a:cxnLst/>
              <a:rect r="r" b="b" t="t" l="l"/>
              <a:pathLst>
                <a:path h="1739486" w="4895474">
                  <a:moveTo>
                    <a:pt x="32213" y="0"/>
                  </a:moveTo>
                  <a:lnTo>
                    <a:pt x="4863262" y="0"/>
                  </a:lnTo>
                  <a:cubicBezTo>
                    <a:pt x="4881052" y="0"/>
                    <a:pt x="4895474" y="14422"/>
                    <a:pt x="4895474" y="32213"/>
                  </a:cubicBezTo>
                  <a:lnTo>
                    <a:pt x="4895474" y="1707273"/>
                  </a:lnTo>
                  <a:cubicBezTo>
                    <a:pt x="4895474" y="1725064"/>
                    <a:pt x="4881052" y="1739486"/>
                    <a:pt x="4863262" y="1739486"/>
                  </a:cubicBezTo>
                  <a:lnTo>
                    <a:pt x="32213" y="1739486"/>
                  </a:lnTo>
                  <a:cubicBezTo>
                    <a:pt x="14422" y="1739486"/>
                    <a:pt x="0" y="1725064"/>
                    <a:pt x="0" y="1707273"/>
                  </a:cubicBezTo>
                  <a:lnTo>
                    <a:pt x="0" y="32213"/>
                  </a:lnTo>
                  <a:cubicBezTo>
                    <a:pt x="0" y="14422"/>
                    <a:pt x="14422" y="0"/>
                    <a:pt x="32213" y="0"/>
                  </a:cubicBezTo>
                  <a:close/>
                </a:path>
              </a:pathLst>
            </a:custGeom>
            <a:solidFill>
              <a:srgbClr val="FFFFFF">
                <a:alpha val="69804"/>
              </a:srgbClr>
            </a:solidFill>
            <a:ln cap="rnd">
              <a:noFill/>
              <a:prstDash val="sysDot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895474" cy="176806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520"/>
                </a:lnSpc>
              </a:pPr>
              <a:r>
                <a:rPr lang="en-US" sz="1800" b="true">
                  <a:solidFill>
                    <a:srgbClr val="020327">
                      <a:alpha val="69804"/>
                    </a:srgbClr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Mẹo:</a:t>
              </a:r>
              <a:r>
                <a:rPr lang="en-US" sz="1800">
                  <a:solidFill>
                    <a:srgbClr val="020327">
                      <a:alpha val="69804"/>
                    </a:srgbClr>
                  </a:solidFill>
                  <a:latin typeface="Muli"/>
                  <a:ea typeface="Muli"/>
                  <a:cs typeface="Muli"/>
                  <a:sym typeface="Muli"/>
                </a:rPr>
                <a:t> Sử dụng liên kết để đi đến các trang khác trong bản thuyết trình.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  <a:r>
                <a:rPr lang="en-US" sz="1800" b="true">
                  <a:solidFill>
                    <a:srgbClr val="020327">
                      <a:alpha val="69804"/>
                    </a:srgbClr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Cách làm:</a:t>
              </a:r>
              <a:r>
                <a:rPr lang="en-US" sz="1800">
                  <a:solidFill>
                    <a:srgbClr val="020327">
                      <a:alpha val="69804"/>
                    </a:srgbClr>
                  </a:solidFill>
                  <a:latin typeface="Muli"/>
                  <a:ea typeface="Muli"/>
                  <a:cs typeface="Muli"/>
                  <a:sym typeface="Muli"/>
                </a:rPr>
                <a:t> Tô văn bản, nhấp vào biểu tượng liên kết trên thanh công cụ, và chọn trang trong bản thuyết trình mà bạn muốn kết nối.</a:t>
              </a:r>
            </a:p>
          </p:txBody>
        </p:sp>
      </p:grpSp>
      <p:sp>
        <p:nvSpPr>
          <p:cNvPr name="AutoShape 6" id="6"/>
          <p:cNvSpPr/>
          <p:nvPr/>
        </p:nvSpPr>
        <p:spPr>
          <a:xfrm rot="5006">
            <a:off x="968483" y="4026166"/>
            <a:ext cx="16351034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5006">
            <a:off x="968483" y="8893889"/>
            <a:ext cx="16351034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785604" y="1565463"/>
            <a:ext cx="6975318" cy="1266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8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Chương trình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785604" y="4507467"/>
            <a:ext cx="6026282" cy="358140"/>
            <a:chOff x="0" y="0"/>
            <a:chExt cx="8035042" cy="47752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1100952" y="-47625"/>
              <a:ext cx="6934091" cy="5250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  <a:hlinkClick r:id="rId3" action="ppaction://hlinksldjump"/>
                </a:rPr>
                <a:t>Tổng quan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50165"/>
              <a:ext cx="580682" cy="3252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FFFFFF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01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85604" y="5219751"/>
            <a:ext cx="6026282" cy="358140"/>
            <a:chOff x="0" y="0"/>
            <a:chExt cx="8035042" cy="47752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50165"/>
              <a:ext cx="580682" cy="3252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FFFFFF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02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100952" y="-47625"/>
              <a:ext cx="6934091" cy="5250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  <a:hlinkClick r:id="rId4" action="ppaction://hlinksldjump"/>
                </a:rPr>
                <a:t>Phạm vi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85604" y="5932034"/>
            <a:ext cx="6026282" cy="358140"/>
            <a:chOff x="0" y="0"/>
            <a:chExt cx="8035042" cy="47752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50165"/>
              <a:ext cx="580682" cy="3252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FFFFFF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03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100952" y="-47625"/>
              <a:ext cx="6934091" cy="5250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  <a:hlinkClick r:id="rId5" action="ppaction://hlinksldjump"/>
                </a:rPr>
                <a:t>Dòng thời gian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85604" y="6644317"/>
            <a:ext cx="6026282" cy="358140"/>
            <a:chOff x="0" y="0"/>
            <a:chExt cx="8035042" cy="477520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50165"/>
              <a:ext cx="580682" cy="3252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FFFFFF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04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100952" y="-47625"/>
              <a:ext cx="6934091" cy="5250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  <a:hlinkClick r:id="rId6" action="ppaction://hlinksldjump"/>
                </a:rPr>
                <a:t>Ngân sách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85604" y="7356600"/>
            <a:ext cx="6026282" cy="358140"/>
            <a:chOff x="0" y="0"/>
            <a:chExt cx="8035042" cy="477520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50165"/>
              <a:ext cx="580682" cy="3252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FFFFFF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05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100952" y="-47625"/>
              <a:ext cx="6934091" cy="5250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  <a:hlinkClick r:id="rId7" action="ppaction://hlinksldjump"/>
                </a:rPr>
                <a:t>Đội ngũ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785604" y="8068883"/>
            <a:ext cx="6026282" cy="358140"/>
            <a:chOff x="0" y="0"/>
            <a:chExt cx="8035042" cy="477520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50165"/>
              <a:ext cx="580682" cy="3252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FFFFFF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06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100952" y="-47625"/>
              <a:ext cx="6934091" cy="5250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  <a:hlinkClick r:id="rId8" action="ppaction://hlinksldjump"/>
                </a:rPr>
                <a:t>Rủi ro và Giải pháp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703003" y="4507467"/>
            <a:ext cx="6064905" cy="358140"/>
            <a:chOff x="0" y="0"/>
            <a:chExt cx="8086540" cy="477520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50165"/>
              <a:ext cx="580682" cy="3252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FFFFFF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07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152449" y="-47625"/>
              <a:ext cx="6934091" cy="5250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  <a:hlinkClick r:id="rId9" action="ppaction://hlinksldjump"/>
                </a:rPr>
                <a:t>Giám sát Dự án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703003" y="5219751"/>
            <a:ext cx="6064905" cy="358140"/>
            <a:chOff x="0" y="0"/>
            <a:chExt cx="8086540" cy="477520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0" y="50165"/>
              <a:ext cx="580682" cy="3252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FFFFFF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08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152449" y="-47625"/>
              <a:ext cx="6934091" cy="5250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  <a:hlinkClick r:id="rId10" action="ppaction://hlinksldjump"/>
                </a:rPr>
                <a:t>Lộ trình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703003" y="5932034"/>
            <a:ext cx="6064905" cy="358140"/>
            <a:chOff x="0" y="0"/>
            <a:chExt cx="8086540" cy="477520"/>
          </a:xfrm>
        </p:grpSpPr>
        <p:sp>
          <p:nvSpPr>
            <p:cNvPr name="TextBox 34" id="34"/>
            <p:cNvSpPr txBox="true"/>
            <p:nvPr/>
          </p:nvSpPr>
          <p:spPr>
            <a:xfrm rot="0">
              <a:off x="0" y="50165"/>
              <a:ext cx="580682" cy="3252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FFFFFF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09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1152449" y="-47625"/>
              <a:ext cx="6934091" cy="5250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  <a:hlinkClick r:id="rId11" action="ppaction://hlinksldjump"/>
                </a:rPr>
                <a:t>Cập nhật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703003" y="6644317"/>
            <a:ext cx="6064905" cy="358140"/>
            <a:chOff x="0" y="0"/>
            <a:chExt cx="8086540" cy="477520"/>
          </a:xfrm>
        </p:grpSpPr>
        <p:sp>
          <p:nvSpPr>
            <p:cNvPr name="TextBox 37" id="37"/>
            <p:cNvSpPr txBox="true"/>
            <p:nvPr/>
          </p:nvSpPr>
          <p:spPr>
            <a:xfrm rot="0">
              <a:off x="0" y="50165"/>
              <a:ext cx="580682" cy="3252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FFFFFF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10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1152449" y="-47625"/>
              <a:ext cx="6934091" cy="5250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Tình trạng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703003" y="7356600"/>
            <a:ext cx="6064905" cy="358140"/>
            <a:chOff x="0" y="0"/>
            <a:chExt cx="8086540" cy="477520"/>
          </a:xfrm>
        </p:grpSpPr>
        <p:sp>
          <p:nvSpPr>
            <p:cNvPr name="TextBox 40" id="40"/>
            <p:cNvSpPr txBox="true"/>
            <p:nvPr/>
          </p:nvSpPr>
          <p:spPr>
            <a:xfrm rot="0">
              <a:off x="0" y="50165"/>
              <a:ext cx="580682" cy="3252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FFFFFF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11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1152449" y="-47625"/>
              <a:ext cx="6934091" cy="5250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  <a:hlinkClick r:id="rId12" action="ppaction://hlinksldjump"/>
                </a:rPr>
                <a:t>Trang Bảng trắng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703003" y="8068883"/>
            <a:ext cx="6064905" cy="358140"/>
            <a:chOff x="0" y="0"/>
            <a:chExt cx="8086540" cy="477520"/>
          </a:xfrm>
        </p:grpSpPr>
        <p:sp>
          <p:nvSpPr>
            <p:cNvPr name="TextBox 43" id="43"/>
            <p:cNvSpPr txBox="true"/>
            <p:nvPr/>
          </p:nvSpPr>
          <p:spPr>
            <a:xfrm rot="0">
              <a:off x="0" y="50165"/>
              <a:ext cx="580682" cy="3252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FFFFFF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12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1152449" y="-47625"/>
              <a:ext cx="6934091" cy="5250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  <a:hlinkClick r:id="rId13" action="ppaction://hlinksldjump"/>
                </a:rPr>
                <a:t>Trang Lên ý tưởng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3717825" y="9323720"/>
            <a:ext cx="3258797" cy="254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1"/>
              </a:lnSpc>
              <a:spcBef>
                <a:spcPct val="0"/>
              </a:spcBef>
            </a:pPr>
            <a:r>
              <a:rPr lang="en-US" b="true" sz="1601" spc="57">
                <a:solidFill>
                  <a:srgbClr val="FFFFF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KẾ HOẠCH DỰ ÁN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785604" y="9280911"/>
            <a:ext cx="3956299" cy="359273"/>
            <a:chOff x="0" y="0"/>
            <a:chExt cx="5275065" cy="479030"/>
          </a:xfrm>
        </p:grpSpPr>
        <p:sp>
          <p:nvSpPr>
            <p:cNvPr name="TextBox 47" id="47"/>
            <p:cNvSpPr txBox="true"/>
            <p:nvPr/>
          </p:nvSpPr>
          <p:spPr>
            <a:xfrm rot="0">
              <a:off x="930002" y="63429"/>
              <a:ext cx="4345063" cy="333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1"/>
                </a:lnSpc>
                <a:spcBef>
                  <a:spcPct val="0"/>
                </a:spcBef>
              </a:pPr>
              <a:r>
                <a:rPr lang="en-US" b="true" sz="1601" spc="57">
                  <a:solidFill>
                    <a:srgbClr val="FFFFFF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THÊM TÊN CÔNG TY</a:t>
              </a:r>
            </a:p>
          </p:txBody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08000" cy="479030"/>
            </a:xfrm>
            <a:custGeom>
              <a:avLst/>
              <a:gdLst/>
              <a:ahLst/>
              <a:cxnLst/>
              <a:rect r="r" b="b" t="t" l="l"/>
              <a:pathLst>
                <a:path h="479030" w="608000">
                  <a:moveTo>
                    <a:pt x="0" y="0"/>
                  </a:moveTo>
                  <a:lnTo>
                    <a:pt x="608000" y="0"/>
                  </a:lnTo>
                  <a:lnTo>
                    <a:pt x="608000" y="479030"/>
                  </a:lnTo>
                  <a:lnTo>
                    <a:pt x="0" y="479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8518" r="0" b="-4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51435" y="2790973"/>
            <a:ext cx="11908123" cy="2458070"/>
            <a:chOff x="0" y="0"/>
            <a:chExt cx="15877497" cy="327742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9525"/>
              <a:ext cx="9432044" cy="16921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080"/>
                </a:lnSpc>
              </a:pPr>
              <a:r>
                <a:rPr lang="en-US" sz="84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Tổng quan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48092"/>
              <a:ext cx="15877497" cy="10292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Viết một đoạn giới thiệu ngắn về kế hoạch cho dự án của bạn </a:t>
              </a:r>
              <a:r>
                <a:rPr lang="en-US" sz="24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ở đây. Bạn cũng có thể đưa ra giải thích về tầm quan trọng của dự án và những tác động tích cực của nó.</a:t>
              </a: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8222015" y="6169762"/>
          <a:ext cx="9037285" cy="3276600"/>
        </p:xfrm>
        <a:graphic>
          <a:graphicData uri="http://schemas.openxmlformats.org/drawingml/2006/table">
            <a:tbl>
              <a:tblPr/>
              <a:tblGrid>
                <a:gridCol w="4518642"/>
                <a:gridCol w="4518642"/>
              </a:tblGrid>
              <a:tr h="125497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Mục đích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Mục tiêu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21622">
                <a:tc>
                  <a:txBody>
                    <a:bodyPr anchor="t" rtlCol="false"/>
                    <a:lstStyle/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Liệt kê mục đích ở đây</a:t>
                      </a:r>
                      <a:endParaRPr lang="en-US" sz="1100"/>
                    </a:p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Liệt kê mục đích ở đây</a:t>
                      </a:r>
                    </a:p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Liệt kê mục đích ở đây</a:t>
                      </a:r>
                    </a:p>
                  </a:txBody>
                  <a:tcPr marL="28575" marR="28575" marT="28575" marB="28575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Liệt kê mục tiêu ở đây</a:t>
                      </a:r>
                      <a:endParaRPr lang="en-US" sz="1100"/>
                    </a:p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Liệt kê mục tiêu ở đây</a:t>
                      </a:r>
                    </a:p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Liệt kê mục tiêu ở đây</a:t>
                      </a:r>
                    </a:p>
                  </a:txBody>
                  <a:tcPr marL="28575" marR="28575" marT="28575" marB="28575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321380" y="8700422"/>
            <a:ext cx="3402056" cy="24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020327"/>
                </a:solidFill>
                <a:latin typeface="Muli Semi-Bold"/>
                <a:ea typeface="Muli Semi-Bold"/>
                <a:cs typeface="Muli Semi-Bold"/>
                <a:sym typeface="Muli Semi-Bold"/>
                <a:hlinkClick r:id="rId3" action="ppaction://hlinksldjump"/>
              </a:rPr>
              <a:t>QUAY LẠI TRANG CHƯƠNG TRÌNH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17825" y="872823"/>
            <a:ext cx="3258797" cy="254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1"/>
              </a:lnSpc>
              <a:spcBef>
                <a:spcPct val="0"/>
              </a:spcBef>
            </a:pPr>
            <a:r>
              <a:rPr lang="en-US" b="true" sz="1601" spc="57">
                <a:solidFill>
                  <a:srgbClr val="FFFFF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KẾ HOẠCH DỰ ÁN</a:t>
            </a:r>
          </a:p>
        </p:txBody>
      </p:sp>
      <p:sp>
        <p:nvSpPr>
          <p:cNvPr name="AutoShape 9" id="9"/>
          <p:cNvSpPr/>
          <p:nvPr/>
        </p:nvSpPr>
        <p:spPr>
          <a:xfrm rot="5006">
            <a:off x="968483" y="1635391"/>
            <a:ext cx="16351034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360960" y="830014"/>
            <a:ext cx="3982697" cy="359273"/>
            <a:chOff x="0" y="0"/>
            <a:chExt cx="5310263" cy="47903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965200" y="41395"/>
              <a:ext cx="4345063" cy="333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1"/>
                </a:lnSpc>
                <a:spcBef>
                  <a:spcPct val="0"/>
                </a:spcBef>
              </a:pPr>
              <a:r>
                <a:rPr lang="en-US" b="true" sz="1601" spc="57">
                  <a:solidFill>
                    <a:srgbClr val="FFFFFF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THÊM TÊN CÔNG TY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08000" cy="479030"/>
            </a:xfrm>
            <a:custGeom>
              <a:avLst/>
              <a:gdLst/>
              <a:ahLst/>
              <a:cxnLst/>
              <a:rect r="r" b="b" t="t" l="l"/>
              <a:pathLst>
                <a:path h="479030" w="608000">
                  <a:moveTo>
                    <a:pt x="0" y="0"/>
                  </a:moveTo>
                  <a:lnTo>
                    <a:pt x="608000" y="0"/>
                  </a:lnTo>
                  <a:lnTo>
                    <a:pt x="608000" y="479030"/>
                  </a:lnTo>
                  <a:lnTo>
                    <a:pt x="0" y="479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27272" y="-1759022"/>
            <a:ext cx="24092044" cy="24092044"/>
          </a:xfrm>
          <a:custGeom>
            <a:avLst/>
            <a:gdLst/>
            <a:ahLst/>
            <a:cxnLst/>
            <a:rect r="r" b="b" t="t" l="l"/>
            <a:pathLst>
              <a:path h="24092044" w="24092044">
                <a:moveTo>
                  <a:pt x="0" y="0"/>
                </a:moveTo>
                <a:lnTo>
                  <a:pt x="24092043" y="0"/>
                </a:lnTo>
                <a:lnTo>
                  <a:pt x="24092043" y="24092044"/>
                </a:lnTo>
                <a:lnTo>
                  <a:pt x="0" y="240920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359416" y="786765"/>
            <a:ext cx="5694045" cy="8722995"/>
            <a:chOff x="0" y="0"/>
            <a:chExt cx="2077203" cy="31821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7203" cy="3182172"/>
            </a:xfrm>
            <a:custGeom>
              <a:avLst/>
              <a:gdLst/>
              <a:ahLst/>
              <a:cxnLst/>
              <a:rect r="r" b="b" t="t" l="l"/>
              <a:pathLst>
                <a:path h="3182172" w="2077203">
                  <a:moveTo>
                    <a:pt x="1952743" y="3182172"/>
                  </a:moveTo>
                  <a:lnTo>
                    <a:pt x="124460" y="3182172"/>
                  </a:lnTo>
                  <a:cubicBezTo>
                    <a:pt x="55880" y="3182172"/>
                    <a:pt x="0" y="3126292"/>
                    <a:pt x="0" y="305771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952743" y="0"/>
                  </a:lnTo>
                  <a:cubicBezTo>
                    <a:pt x="2021323" y="0"/>
                    <a:pt x="2077203" y="55880"/>
                    <a:pt x="2077203" y="124460"/>
                  </a:cubicBezTo>
                  <a:lnTo>
                    <a:pt x="2077203" y="3057712"/>
                  </a:lnTo>
                  <a:cubicBezTo>
                    <a:pt x="2077203" y="3126292"/>
                    <a:pt x="2021323" y="3182172"/>
                    <a:pt x="1952743" y="3182172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905578" y="1306830"/>
            <a:ext cx="4563622" cy="7682865"/>
            <a:chOff x="0" y="0"/>
            <a:chExt cx="37719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71900" cy="6349937"/>
            </a:xfrm>
            <a:custGeom>
              <a:avLst/>
              <a:gdLst/>
              <a:ahLst/>
              <a:cxnLst/>
              <a:rect r="r" b="b" t="t" l="l"/>
              <a:pathLst>
                <a:path h="6349937" w="3771900">
                  <a:moveTo>
                    <a:pt x="0" y="546100"/>
                  </a:moveTo>
                  <a:lnTo>
                    <a:pt x="0" y="3953510"/>
                  </a:lnTo>
                  <a:cubicBezTo>
                    <a:pt x="0" y="4132580"/>
                    <a:pt x="87630" y="4301490"/>
                    <a:pt x="236220" y="4403090"/>
                  </a:cubicBezTo>
                  <a:lnTo>
                    <a:pt x="2914650" y="6252210"/>
                  </a:lnTo>
                  <a:cubicBezTo>
                    <a:pt x="3276600" y="6502400"/>
                    <a:pt x="3771900" y="6243320"/>
                    <a:pt x="3771900" y="5802630"/>
                  </a:cubicBezTo>
                  <a:lnTo>
                    <a:pt x="3771900" y="546100"/>
                  </a:lnTo>
                  <a:cubicBezTo>
                    <a:pt x="3771900" y="243840"/>
                    <a:pt x="3526790" y="0"/>
                    <a:pt x="3225800" y="0"/>
                  </a:cubicBezTo>
                  <a:lnTo>
                    <a:pt x="546100" y="0"/>
                  </a:lnTo>
                  <a:cubicBezTo>
                    <a:pt x="245110" y="0"/>
                    <a:pt x="0" y="245110"/>
                    <a:pt x="0" y="546100"/>
                  </a:cubicBezTo>
                  <a:close/>
                </a:path>
              </a:pathLst>
            </a:custGeom>
            <a:blipFill>
              <a:blip r:embed="rId5"/>
              <a:stretch>
                <a:fillRect l="-82940" t="0" r="-69582" b="0"/>
              </a:stretch>
            </a:blipFill>
          </p:spPr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562100" y="2742167"/>
          <a:ext cx="8461047" cy="5438775"/>
        </p:xfrm>
        <a:graphic>
          <a:graphicData uri="http://schemas.openxmlformats.org/drawingml/2006/table">
            <a:tbl>
              <a:tblPr/>
              <a:tblGrid>
                <a:gridCol w="7011136"/>
              </a:tblGrid>
              <a:tr h="1087755">
                <a:tc>
                  <a:txBody>
                    <a:bodyPr anchor="t" rtlCol="false"/>
                    <a:lstStyle/>
                    <a:p>
                      <a:pPr algn="l" marL="496564" indent="-248282" lvl="1">
                        <a:lnSpc>
                          <a:spcPts val="321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299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Việt một mục ở đây.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7755">
                <a:tc>
                  <a:txBody>
                    <a:bodyPr anchor="t" rtlCol="false"/>
                    <a:lstStyle/>
                    <a:p>
                      <a:pPr algn="l" marL="496564" indent="-248282" lvl="1">
                        <a:lnSpc>
                          <a:spcPts val="321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299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Việt một mục ở đây.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7755">
                <a:tc>
                  <a:txBody>
                    <a:bodyPr anchor="t" rtlCol="false"/>
                    <a:lstStyle/>
                    <a:p>
                      <a:pPr algn="l" marL="496564" indent="-248282" lvl="1">
                        <a:lnSpc>
                          <a:spcPts val="321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299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Việt một mục ở đây.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7755">
                <a:tc>
                  <a:txBody>
                    <a:bodyPr anchor="t" rtlCol="false"/>
                    <a:lstStyle/>
                    <a:p>
                      <a:pPr algn="l" marL="496564" indent="-248282" lvl="1">
                        <a:lnSpc>
                          <a:spcPts val="321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299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Việt một mục ở đây.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7755">
                <a:tc>
                  <a:txBody>
                    <a:bodyPr anchor="t" rtlCol="false"/>
                    <a:lstStyle/>
                    <a:p>
                      <a:pPr algn="l" marL="496564" indent="-248282" lvl="1">
                        <a:lnSpc>
                          <a:spcPts val="321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299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Việt một mục ở đây.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562100" y="1038225"/>
            <a:ext cx="8461047" cy="1266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8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Phạm vi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62100" y="8980170"/>
            <a:ext cx="3370833" cy="24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079"/>
              </a:lnSpc>
              <a:spcBef>
                <a:spcPct val="0"/>
              </a:spcBef>
            </a:pPr>
            <a:r>
              <a:rPr lang="en-US" b="true" sz="1599" u="none">
                <a:solidFill>
                  <a:srgbClr val="020327"/>
                </a:solidFill>
                <a:latin typeface="Muli Semi-Bold"/>
                <a:ea typeface="Muli Semi-Bold"/>
                <a:cs typeface="Muli Semi-Bold"/>
                <a:sym typeface="Muli Semi-Bold"/>
                <a:hlinkClick r:id="rId6" action="ppaction://hlinksldjump"/>
              </a:rPr>
              <a:t>QUAY LẠI TRANG CHƯƠNG TRÌNH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68478" y="5219700"/>
            <a:ext cx="3518673" cy="1495679"/>
            <a:chOff x="0" y="0"/>
            <a:chExt cx="4691564" cy="199423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4691564" cy="5682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29"/>
                </a:lnSpc>
                <a:spcBef>
                  <a:spcPct val="0"/>
                </a:spcBef>
              </a:pPr>
              <a:r>
                <a:rPr lang="en-US" sz="2775" u="none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Thêm một điểm chính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074547"/>
              <a:ext cx="4691564" cy="919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u="none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Trình bày ngắn gọn về những gì bạn muốn thảo luận.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200650" y="5219700"/>
            <a:ext cx="3537892" cy="1495679"/>
            <a:chOff x="0" y="0"/>
            <a:chExt cx="4717189" cy="199423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4717189" cy="5682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29"/>
                </a:lnSpc>
                <a:spcBef>
                  <a:spcPct val="0"/>
                </a:spcBef>
              </a:pPr>
              <a:r>
                <a:rPr lang="en-US" sz="2775" u="none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Thêm một điểm chính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074547"/>
              <a:ext cx="4717189" cy="919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Trình bày ngắn gọn về những gì bạn muốn thảo luận.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894375" y="5219700"/>
            <a:ext cx="3557110" cy="1495679"/>
            <a:chOff x="0" y="0"/>
            <a:chExt cx="4742814" cy="1994239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4742814" cy="5682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29"/>
                </a:lnSpc>
                <a:spcBef>
                  <a:spcPct val="0"/>
                </a:spcBef>
              </a:pPr>
              <a:r>
                <a:rPr lang="en-US" sz="2775" u="none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Thêm một điểm chính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4547"/>
              <a:ext cx="4742814" cy="919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Trình bày ngắn gọn về những gì bạn muốn thảo luận.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5817" y="5219700"/>
            <a:ext cx="3595547" cy="1495679"/>
            <a:chOff x="0" y="0"/>
            <a:chExt cx="4794063" cy="1994239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9525"/>
              <a:ext cx="4794063" cy="5682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29"/>
                </a:lnSpc>
                <a:spcBef>
                  <a:spcPct val="0"/>
                </a:spcBef>
              </a:pPr>
              <a:r>
                <a:rPr lang="en-US" sz="2775" u="none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Thêm một điểm chính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4547"/>
              <a:ext cx="4794063" cy="919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Trình bày ngắn gọn về những gì bạn muốn thảo luận.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60960" y="813558"/>
            <a:ext cx="8115300" cy="1266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8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Dòng thời gian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82992" y="1298380"/>
            <a:ext cx="3447708" cy="24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079"/>
              </a:lnSpc>
              <a:spcBef>
                <a:spcPct val="0"/>
              </a:spcBef>
            </a:pPr>
            <a:r>
              <a:rPr lang="en-US" b="true" sz="1599" u="none">
                <a:solidFill>
                  <a:srgbClr val="020327"/>
                </a:solidFill>
                <a:latin typeface="Muli Semi-Bold"/>
                <a:ea typeface="Muli Semi-Bold"/>
                <a:cs typeface="Muli Semi-Bold"/>
                <a:sym typeface="Muli Semi-Bold"/>
                <a:hlinkClick r:id="rId3" action="ppaction://hlinksldjump"/>
              </a:rPr>
              <a:t>QUAY LẠI TRANG CHƯƠNG TRÌNH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7116" y="4418647"/>
            <a:ext cx="457697" cy="24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020327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00650" y="4418647"/>
            <a:ext cx="495797" cy="24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079"/>
              </a:lnSpc>
              <a:spcBef>
                <a:spcPct val="0"/>
              </a:spcBef>
            </a:pPr>
            <a:r>
              <a:rPr lang="en-US" b="true" sz="1599" u="none">
                <a:solidFill>
                  <a:srgbClr val="020327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05817" y="4418647"/>
            <a:ext cx="495797" cy="24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079"/>
              </a:lnSpc>
              <a:spcBef>
                <a:spcPct val="0"/>
              </a:spcBef>
            </a:pPr>
            <a:r>
              <a:rPr lang="en-US" b="true" sz="1599" u="none">
                <a:solidFill>
                  <a:srgbClr val="020327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894375" y="4418647"/>
            <a:ext cx="495797" cy="24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079"/>
              </a:lnSpc>
              <a:spcBef>
                <a:spcPct val="0"/>
              </a:spcBef>
            </a:pPr>
            <a:r>
              <a:rPr lang="en-US" b="true" sz="1599" u="none">
                <a:solidFill>
                  <a:srgbClr val="020327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04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717825" y="9323720"/>
            <a:ext cx="3258797" cy="254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1"/>
              </a:lnSpc>
              <a:spcBef>
                <a:spcPct val="0"/>
              </a:spcBef>
            </a:pPr>
            <a:r>
              <a:rPr lang="en-US" b="true" sz="1601" spc="57">
                <a:solidFill>
                  <a:srgbClr val="FFFFF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KẾ HOẠCH DỰ ÁN</a:t>
            </a:r>
          </a:p>
        </p:txBody>
      </p:sp>
      <p:sp>
        <p:nvSpPr>
          <p:cNvPr name="AutoShape 22" id="22"/>
          <p:cNvSpPr/>
          <p:nvPr/>
        </p:nvSpPr>
        <p:spPr>
          <a:xfrm rot="5006">
            <a:off x="968483" y="8826464"/>
            <a:ext cx="16351034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rot="5006">
            <a:off x="968483" y="2578064"/>
            <a:ext cx="16351034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360960" y="9280911"/>
            <a:ext cx="3956299" cy="359273"/>
            <a:chOff x="0" y="0"/>
            <a:chExt cx="5275065" cy="479030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930002" y="63429"/>
              <a:ext cx="4345063" cy="333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1"/>
                </a:lnSpc>
                <a:spcBef>
                  <a:spcPct val="0"/>
                </a:spcBef>
              </a:pPr>
              <a:r>
                <a:rPr lang="en-US" b="true" sz="1601" spc="57">
                  <a:solidFill>
                    <a:srgbClr val="FFFFFF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THÊM TÊN CÔNG TY</a:t>
              </a:r>
            </a:p>
          </p:txBody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08000" cy="479030"/>
            </a:xfrm>
            <a:custGeom>
              <a:avLst/>
              <a:gdLst/>
              <a:ahLst/>
              <a:cxnLst/>
              <a:rect r="r" b="b" t="t" l="l"/>
              <a:pathLst>
                <a:path h="479030" w="608000">
                  <a:moveTo>
                    <a:pt x="0" y="0"/>
                  </a:moveTo>
                  <a:lnTo>
                    <a:pt x="608000" y="0"/>
                  </a:lnTo>
                  <a:lnTo>
                    <a:pt x="608000" y="479030"/>
                  </a:lnTo>
                  <a:lnTo>
                    <a:pt x="0" y="479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713" r="0" b="-280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245262" y="3777438"/>
            <a:ext cx="8055210" cy="1052299"/>
            <a:chOff x="0" y="0"/>
            <a:chExt cx="5055277" cy="660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77" cy="660400"/>
            </a:xfrm>
            <a:custGeom>
              <a:avLst/>
              <a:gdLst/>
              <a:ahLst/>
              <a:cxnLst/>
              <a:rect r="r" b="b" t="t" l="l"/>
              <a:pathLst>
                <a:path h="660400" w="5055277">
                  <a:moveTo>
                    <a:pt x="4930817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930817" y="0"/>
                  </a:lnTo>
                  <a:cubicBezTo>
                    <a:pt x="4999397" y="0"/>
                    <a:pt x="5055277" y="55880"/>
                    <a:pt x="5055277" y="124460"/>
                  </a:cubicBezTo>
                  <a:lnTo>
                    <a:pt x="5055277" y="535940"/>
                  </a:lnTo>
                  <a:cubicBezTo>
                    <a:pt x="5055277" y="604520"/>
                    <a:pt x="4999397" y="660400"/>
                    <a:pt x="4930817" y="660400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659867" y="1298380"/>
            <a:ext cx="3370833" cy="24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079"/>
              </a:lnSpc>
              <a:spcBef>
                <a:spcPct val="0"/>
              </a:spcBef>
            </a:pPr>
            <a:r>
              <a:rPr lang="en-US" b="true" sz="1599" u="none">
                <a:solidFill>
                  <a:srgbClr val="020327"/>
                </a:solidFill>
                <a:latin typeface="Muli Semi-Bold"/>
                <a:ea typeface="Muli Semi-Bold"/>
                <a:cs typeface="Muli Semi-Bold"/>
                <a:sym typeface="Muli Semi-Bold"/>
                <a:hlinkClick r:id="rId3" action="ppaction://hlinksldjump"/>
              </a:rPr>
              <a:t>QUAY LẠI TRANG CHƯƠNG TRÌNH</a:t>
            </a:r>
          </a:p>
        </p:txBody>
      </p:sp>
      <p:sp>
        <p:nvSpPr>
          <p:cNvPr name="AutoShape 6" id="6"/>
          <p:cNvSpPr/>
          <p:nvPr/>
        </p:nvSpPr>
        <p:spPr>
          <a:xfrm rot="5006">
            <a:off x="968483" y="2578064"/>
            <a:ext cx="16351034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360960" y="813558"/>
            <a:ext cx="8115300" cy="1266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8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Ngân sách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1075" y="3777438"/>
            <a:ext cx="8115300" cy="1052299"/>
            <a:chOff x="0" y="0"/>
            <a:chExt cx="5092988" cy="660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92988" cy="660400"/>
            </a:xfrm>
            <a:custGeom>
              <a:avLst/>
              <a:gdLst/>
              <a:ahLst/>
              <a:cxnLst/>
              <a:rect r="r" b="b" t="t" l="l"/>
              <a:pathLst>
                <a:path h="660400" w="5092988">
                  <a:moveTo>
                    <a:pt x="496852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968528" y="0"/>
                  </a:lnTo>
                  <a:cubicBezTo>
                    <a:pt x="5037108" y="0"/>
                    <a:pt x="5092988" y="55880"/>
                    <a:pt x="5092988" y="124460"/>
                  </a:cubicBezTo>
                  <a:lnTo>
                    <a:pt x="5092988" y="535940"/>
                  </a:lnTo>
                  <a:cubicBezTo>
                    <a:pt x="5092988" y="604520"/>
                    <a:pt x="5037108" y="660400"/>
                    <a:pt x="4968528" y="660400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</p:spPr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028700" y="3838515"/>
          <a:ext cx="7979103" cy="5022394"/>
        </p:xfrm>
        <a:graphic>
          <a:graphicData uri="http://schemas.openxmlformats.org/drawingml/2006/table">
            <a:tbl>
              <a:tblPr/>
              <a:tblGrid>
                <a:gridCol w="3989552"/>
                <a:gridCol w="3989552"/>
              </a:tblGrid>
              <a:tr h="10044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spc="219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KHOẢN CHI</a:t>
                      </a:r>
                      <a:endParaRPr lang="en-US" sz="1100"/>
                    </a:p>
                  </a:txBody>
                  <a:tcPr marL="174674" marR="174674" marT="174674" marB="174674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spc="219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SỐ TIỀN</a:t>
                      </a:r>
                      <a:endParaRPr lang="en-US" sz="1100"/>
                    </a:p>
                  </a:txBody>
                  <a:tcPr marL="174674" marR="174674" marT="174674" marB="174674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44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9"/>
                        </a:lnSpc>
                        <a:defRPr/>
                      </a:pPr>
                      <a:r>
                        <a:rPr lang="en-US" sz="2292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Khoản chi 1</a:t>
                      </a:r>
                      <a:endParaRPr lang="en-US" sz="1100"/>
                    </a:p>
                  </a:txBody>
                  <a:tcPr marL="174674" marR="174674" marT="174674" marB="174674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9"/>
                        </a:lnSpc>
                        <a:defRPr/>
                      </a:pPr>
                      <a:r>
                        <a:rPr lang="en-US" sz="2292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000 VNĐ</a:t>
                      </a:r>
                      <a:endParaRPr lang="en-US" sz="1100"/>
                    </a:p>
                  </a:txBody>
                  <a:tcPr marL="174674" marR="174674" marT="174674" marB="174674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44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9"/>
                        </a:lnSpc>
                        <a:defRPr/>
                      </a:pPr>
                      <a:r>
                        <a:rPr lang="en-US" sz="2292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Khoản chi 2</a:t>
                      </a:r>
                      <a:endParaRPr lang="en-US" sz="1100"/>
                    </a:p>
                  </a:txBody>
                  <a:tcPr marL="174674" marR="174674" marT="174674" marB="174674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9"/>
                        </a:lnSpc>
                        <a:defRPr/>
                      </a:pPr>
                      <a:r>
                        <a:rPr lang="en-US" sz="2292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000 VNĐ</a:t>
                      </a:r>
                      <a:endParaRPr lang="en-US" sz="1100"/>
                    </a:p>
                  </a:txBody>
                  <a:tcPr marL="174674" marR="174674" marT="174674" marB="174674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44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9"/>
                        </a:lnSpc>
                        <a:defRPr/>
                      </a:pPr>
                      <a:r>
                        <a:rPr lang="en-US" sz="2292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Khoản chi 3</a:t>
                      </a:r>
                      <a:endParaRPr lang="en-US" sz="1100"/>
                    </a:p>
                  </a:txBody>
                  <a:tcPr marL="174674" marR="174674" marT="174674" marB="174674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9"/>
                        </a:lnSpc>
                        <a:defRPr/>
                      </a:pPr>
                      <a:r>
                        <a:rPr lang="en-US" sz="2292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000 VNĐ</a:t>
                      </a:r>
                      <a:endParaRPr lang="en-US" sz="1100"/>
                    </a:p>
                  </a:txBody>
                  <a:tcPr marL="174674" marR="174674" marT="174674" marB="174674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44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9"/>
                        </a:lnSpc>
                        <a:defRPr/>
                      </a:pPr>
                      <a:r>
                        <a:rPr lang="en-US" sz="2292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Tổng cộng</a:t>
                      </a:r>
                      <a:endParaRPr lang="en-US" sz="1100"/>
                    </a:p>
                  </a:txBody>
                  <a:tcPr marL="174674" marR="174674" marT="174674" marB="174674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9"/>
                        </a:lnSpc>
                        <a:defRPr/>
                      </a:pPr>
                      <a:r>
                        <a:rPr lang="en-US" sz="2292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000 VNĐ</a:t>
                      </a:r>
                      <a:endParaRPr lang="en-US" sz="1100"/>
                    </a:p>
                  </a:txBody>
                  <a:tcPr marL="174674" marR="174674" marT="174674" marB="174674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9264312" y="3838515"/>
          <a:ext cx="7979103" cy="5022394"/>
        </p:xfrm>
        <a:graphic>
          <a:graphicData uri="http://schemas.openxmlformats.org/drawingml/2006/table">
            <a:tbl>
              <a:tblPr/>
              <a:tblGrid>
                <a:gridCol w="3989552"/>
                <a:gridCol w="3989552"/>
              </a:tblGrid>
              <a:tr h="10044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spc="219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KHOẢN CHI</a:t>
                      </a:r>
                      <a:endParaRPr lang="en-US" sz="1100"/>
                    </a:p>
                  </a:txBody>
                  <a:tcPr marL="174674" marR="174674" marT="174674" marB="174674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spc="219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SỐ TIỀN</a:t>
                      </a:r>
                      <a:endParaRPr lang="en-US" sz="1100"/>
                    </a:p>
                  </a:txBody>
                  <a:tcPr marL="174674" marR="174674" marT="174674" marB="174674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44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9"/>
                        </a:lnSpc>
                        <a:defRPr/>
                      </a:pPr>
                      <a:r>
                        <a:rPr lang="en-US" sz="2292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Khoản chi 1</a:t>
                      </a:r>
                      <a:endParaRPr lang="en-US" sz="1100"/>
                    </a:p>
                  </a:txBody>
                  <a:tcPr marL="174674" marR="174674" marT="174674" marB="174674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9"/>
                        </a:lnSpc>
                        <a:defRPr/>
                      </a:pPr>
                      <a:r>
                        <a:rPr lang="en-US" sz="2292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000 VNĐ</a:t>
                      </a:r>
                      <a:endParaRPr lang="en-US" sz="1100"/>
                    </a:p>
                  </a:txBody>
                  <a:tcPr marL="174674" marR="174674" marT="174674" marB="174674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44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9"/>
                        </a:lnSpc>
                        <a:defRPr/>
                      </a:pPr>
                      <a:r>
                        <a:rPr lang="en-US" sz="2292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Khoản chi 2</a:t>
                      </a:r>
                      <a:endParaRPr lang="en-US" sz="1100"/>
                    </a:p>
                  </a:txBody>
                  <a:tcPr marL="174674" marR="174674" marT="174674" marB="174674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9"/>
                        </a:lnSpc>
                        <a:defRPr/>
                      </a:pPr>
                      <a:r>
                        <a:rPr lang="en-US" sz="2292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000 VNĐ</a:t>
                      </a:r>
                      <a:endParaRPr lang="en-US" sz="1100"/>
                    </a:p>
                  </a:txBody>
                  <a:tcPr marL="174674" marR="174674" marT="174674" marB="174674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44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9"/>
                        </a:lnSpc>
                        <a:defRPr/>
                      </a:pPr>
                      <a:r>
                        <a:rPr lang="en-US" sz="2292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Khoản chi 3</a:t>
                      </a:r>
                      <a:endParaRPr lang="en-US" sz="1100"/>
                    </a:p>
                  </a:txBody>
                  <a:tcPr marL="174674" marR="174674" marT="174674" marB="174674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9"/>
                        </a:lnSpc>
                        <a:defRPr/>
                      </a:pPr>
                      <a:r>
                        <a:rPr lang="en-US" sz="2292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000 VNĐ</a:t>
                      </a:r>
                      <a:endParaRPr lang="en-US" sz="1100"/>
                    </a:p>
                  </a:txBody>
                  <a:tcPr marL="174674" marR="174674" marT="174674" marB="174674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44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9"/>
                        </a:lnSpc>
                        <a:defRPr/>
                      </a:pPr>
                      <a:r>
                        <a:rPr lang="en-US" sz="2292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Tổng</a:t>
                      </a:r>
                      <a:r>
                        <a:rPr lang="en-US" sz="2292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 cộng</a:t>
                      </a:r>
                      <a:endParaRPr lang="en-US" sz="1100"/>
                    </a:p>
                  </a:txBody>
                  <a:tcPr marL="174674" marR="174674" marT="174674" marB="174674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9"/>
                        </a:lnSpc>
                        <a:defRPr/>
                      </a:pPr>
                      <a:r>
                        <a:rPr lang="en-US" sz="2292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000 VNĐ</a:t>
                      </a:r>
                      <a:endParaRPr lang="en-US" sz="1100"/>
                    </a:p>
                  </a:txBody>
                  <a:tcPr marL="174674" marR="174674" marT="174674" marB="174674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8283" y="2866306"/>
            <a:ext cx="16471433" cy="2074108"/>
            <a:chOff x="0" y="0"/>
            <a:chExt cx="6325001" cy="7964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25002" cy="796454"/>
            </a:xfrm>
            <a:custGeom>
              <a:avLst/>
              <a:gdLst/>
              <a:ahLst/>
              <a:cxnLst/>
              <a:rect r="r" b="b" t="t" l="l"/>
              <a:pathLst>
                <a:path h="796454" w="6325002">
                  <a:moveTo>
                    <a:pt x="6200541" y="796454"/>
                  </a:moveTo>
                  <a:lnTo>
                    <a:pt x="124460" y="796454"/>
                  </a:lnTo>
                  <a:cubicBezTo>
                    <a:pt x="55880" y="796454"/>
                    <a:pt x="0" y="740574"/>
                    <a:pt x="0" y="67199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200541" y="0"/>
                  </a:lnTo>
                  <a:cubicBezTo>
                    <a:pt x="6269121" y="0"/>
                    <a:pt x="6325002" y="55880"/>
                    <a:pt x="6325002" y="124460"/>
                  </a:cubicBezTo>
                  <a:lnTo>
                    <a:pt x="6325002" y="671994"/>
                  </a:lnTo>
                  <a:cubicBezTo>
                    <a:pt x="6325002" y="740574"/>
                    <a:pt x="6269121" y="796454"/>
                    <a:pt x="6200541" y="796454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08283" y="5282995"/>
            <a:ext cx="16471433" cy="2074108"/>
            <a:chOff x="0" y="0"/>
            <a:chExt cx="6325001" cy="7964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25002" cy="796454"/>
            </a:xfrm>
            <a:custGeom>
              <a:avLst/>
              <a:gdLst/>
              <a:ahLst/>
              <a:cxnLst/>
              <a:rect r="r" b="b" t="t" l="l"/>
              <a:pathLst>
                <a:path h="796454" w="6325002">
                  <a:moveTo>
                    <a:pt x="6200541" y="796454"/>
                  </a:moveTo>
                  <a:lnTo>
                    <a:pt x="124460" y="796454"/>
                  </a:lnTo>
                  <a:cubicBezTo>
                    <a:pt x="55880" y="796454"/>
                    <a:pt x="0" y="740574"/>
                    <a:pt x="0" y="67199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200541" y="0"/>
                  </a:lnTo>
                  <a:cubicBezTo>
                    <a:pt x="6269121" y="0"/>
                    <a:pt x="6325002" y="55880"/>
                    <a:pt x="6325002" y="124460"/>
                  </a:cubicBezTo>
                  <a:lnTo>
                    <a:pt x="6325002" y="671994"/>
                  </a:lnTo>
                  <a:cubicBezTo>
                    <a:pt x="6325002" y="740574"/>
                    <a:pt x="6269121" y="796454"/>
                    <a:pt x="6200541" y="796454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08283" y="7699364"/>
            <a:ext cx="16471433" cy="2074108"/>
            <a:chOff x="0" y="0"/>
            <a:chExt cx="6325001" cy="7964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25002" cy="796454"/>
            </a:xfrm>
            <a:custGeom>
              <a:avLst/>
              <a:gdLst/>
              <a:ahLst/>
              <a:cxnLst/>
              <a:rect r="r" b="b" t="t" l="l"/>
              <a:pathLst>
                <a:path h="796454" w="6325002">
                  <a:moveTo>
                    <a:pt x="6200541" y="796454"/>
                  </a:moveTo>
                  <a:lnTo>
                    <a:pt x="124460" y="796454"/>
                  </a:lnTo>
                  <a:cubicBezTo>
                    <a:pt x="55880" y="796454"/>
                    <a:pt x="0" y="740574"/>
                    <a:pt x="0" y="67199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200541" y="0"/>
                  </a:lnTo>
                  <a:cubicBezTo>
                    <a:pt x="6269121" y="0"/>
                    <a:pt x="6325002" y="55880"/>
                    <a:pt x="6325002" y="124460"/>
                  </a:cubicBezTo>
                  <a:lnTo>
                    <a:pt x="6325002" y="671994"/>
                  </a:lnTo>
                  <a:cubicBezTo>
                    <a:pt x="6325002" y="740574"/>
                    <a:pt x="6269121" y="796454"/>
                    <a:pt x="6200541" y="796454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883643" y="3148736"/>
            <a:ext cx="1508610" cy="1508610"/>
            <a:chOff x="0" y="0"/>
            <a:chExt cx="2011480" cy="201148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011480" cy="2011480"/>
              <a:chOff x="0" y="0"/>
              <a:chExt cx="6350000" cy="6350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31765"/>
                </a:srgbClr>
              </a:solidFill>
            </p:spPr>
          </p:sp>
        </p:grpSp>
        <p:grpSp>
          <p:nvGrpSpPr>
            <p:cNvPr name="Group 12" id="12"/>
            <p:cNvGrpSpPr>
              <a:grpSpLocks noChangeAspect="true"/>
            </p:cNvGrpSpPr>
            <p:nvPr/>
          </p:nvGrpSpPr>
          <p:grpSpPr>
            <a:xfrm rot="0">
              <a:off x="177165" y="177168"/>
              <a:ext cx="1657150" cy="1657144"/>
              <a:chOff x="0" y="0"/>
              <a:chExt cx="6350000" cy="634997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0" t="-24859" r="0" b="-24859"/>
                </a:stretch>
              </a:blipFill>
            </p:spPr>
          </p:sp>
        </p:grpSp>
      </p:grpSp>
      <p:grpSp>
        <p:nvGrpSpPr>
          <p:cNvPr name="Group 14" id="14"/>
          <p:cNvGrpSpPr/>
          <p:nvPr/>
        </p:nvGrpSpPr>
        <p:grpSpPr>
          <a:xfrm rot="0">
            <a:off x="6883643" y="5565743"/>
            <a:ext cx="1508610" cy="1508610"/>
            <a:chOff x="0" y="0"/>
            <a:chExt cx="2011480" cy="201148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2011480" cy="2011480"/>
              <a:chOff x="0" y="0"/>
              <a:chExt cx="6350000" cy="6350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31765"/>
                </a:srgbClr>
              </a:solidFill>
            </p:spPr>
          </p:sp>
        </p:grpSp>
        <p:grpSp>
          <p:nvGrpSpPr>
            <p:cNvPr name="Group 17" id="17"/>
            <p:cNvGrpSpPr>
              <a:grpSpLocks noChangeAspect="true"/>
            </p:cNvGrpSpPr>
            <p:nvPr/>
          </p:nvGrpSpPr>
          <p:grpSpPr>
            <a:xfrm rot="0">
              <a:off x="177165" y="177168"/>
              <a:ext cx="1657150" cy="1657144"/>
              <a:chOff x="0" y="0"/>
              <a:chExt cx="6350000" cy="634997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0" t="-12908" r="0" b="-37092"/>
                </a:stretch>
              </a:blipFill>
            </p:spPr>
          </p:sp>
        </p:grpSp>
      </p:grpSp>
      <p:grpSp>
        <p:nvGrpSpPr>
          <p:cNvPr name="Group 19" id="19"/>
          <p:cNvGrpSpPr/>
          <p:nvPr/>
        </p:nvGrpSpPr>
        <p:grpSpPr>
          <a:xfrm rot="0">
            <a:off x="6883643" y="7982112"/>
            <a:ext cx="1508610" cy="1508610"/>
            <a:chOff x="0" y="0"/>
            <a:chExt cx="2011480" cy="201148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2011480" cy="2011480"/>
              <a:chOff x="0" y="0"/>
              <a:chExt cx="6350000" cy="6350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31765"/>
                </a:srgbClr>
              </a:solidFill>
            </p:spPr>
          </p:sp>
        </p:grpSp>
        <p:grpSp>
          <p:nvGrpSpPr>
            <p:cNvPr name="Group 22" id="22"/>
            <p:cNvGrpSpPr>
              <a:grpSpLocks noChangeAspect="true"/>
            </p:cNvGrpSpPr>
            <p:nvPr/>
          </p:nvGrpSpPr>
          <p:grpSpPr>
            <a:xfrm rot="0">
              <a:off x="177165" y="177168"/>
              <a:ext cx="1657150" cy="1657144"/>
              <a:chOff x="0" y="0"/>
              <a:chExt cx="6350000" cy="6349975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0" t="-25000" r="0" b="-25000"/>
                </a:stretch>
              </a:blipFill>
            </p:spPr>
          </p:sp>
        </p:grpSp>
      </p:grpSp>
      <p:grpSp>
        <p:nvGrpSpPr>
          <p:cNvPr name="Group 24" id="24"/>
          <p:cNvGrpSpPr/>
          <p:nvPr/>
        </p:nvGrpSpPr>
        <p:grpSpPr>
          <a:xfrm rot="0">
            <a:off x="9049751" y="3148736"/>
            <a:ext cx="1508610" cy="1508610"/>
            <a:chOff x="0" y="0"/>
            <a:chExt cx="2011480" cy="201148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2011480" cy="2011480"/>
              <a:chOff x="0" y="0"/>
              <a:chExt cx="6350000" cy="6350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31765"/>
                </a:srgbClr>
              </a:solidFill>
            </p:spPr>
          </p:sp>
        </p:grpSp>
        <p:grpSp>
          <p:nvGrpSpPr>
            <p:cNvPr name="Group 27" id="27"/>
            <p:cNvGrpSpPr>
              <a:grpSpLocks noChangeAspect="true"/>
            </p:cNvGrpSpPr>
            <p:nvPr/>
          </p:nvGrpSpPr>
          <p:grpSpPr>
            <a:xfrm rot="0">
              <a:off x="177165" y="177168"/>
              <a:ext cx="1657150" cy="1657144"/>
              <a:chOff x="0" y="0"/>
              <a:chExt cx="6350000" cy="6349975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0" t="-25000" r="0" b="-25000"/>
                </a:stretch>
              </a:blipFill>
            </p:spPr>
          </p:sp>
        </p:grpSp>
      </p:grpSp>
      <p:grpSp>
        <p:nvGrpSpPr>
          <p:cNvPr name="Group 29" id="29"/>
          <p:cNvGrpSpPr/>
          <p:nvPr/>
        </p:nvGrpSpPr>
        <p:grpSpPr>
          <a:xfrm rot="0">
            <a:off x="9049751" y="5565743"/>
            <a:ext cx="1508610" cy="1508610"/>
            <a:chOff x="0" y="0"/>
            <a:chExt cx="2011480" cy="2011480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2011480" cy="2011480"/>
              <a:chOff x="0" y="0"/>
              <a:chExt cx="6350000" cy="63500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31765"/>
                </a:srgbClr>
              </a:solidFill>
            </p:spPr>
          </p:sp>
        </p:grpSp>
        <p:grpSp>
          <p:nvGrpSpPr>
            <p:cNvPr name="Group 32" id="32"/>
            <p:cNvGrpSpPr>
              <a:grpSpLocks noChangeAspect="true"/>
            </p:cNvGrpSpPr>
            <p:nvPr/>
          </p:nvGrpSpPr>
          <p:grpSpPr>
            <a:xfrm rot="0">
              <a:off x="177165" y="177168"/>
              <a:ext cx="1657150" cy="1657144"/>
              <a:chOff x="0" y="0"/>
              <a:chExt cx="6350000" cy="6349975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0" t="-21279" r="0" b="-28720"/>
                </a:stretch>
              </a:blipFill>
            </p:spPr>
          </p:sp>
        </p:grpSp>
      </p:grpSp>
      <p:grpSp>
        <p:nvGrpSpPr>
          <p:cNvPr name="Group 34" id="34"/>
          <p:cNvGrpSpPr/>
          <p:nvPr/>
        </p:nvGrpSpPr>
        <p:grpSpPr>
          <a:xfrm rot="0">
            <a:off x="9049751" y="7982112"/>
            <a:ext cx="1508610" cy="1508610"/>
            <a:chOff x="0" y="0"/>
            <a:chExt cx="2011480" cy="2011480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2011480" cy="2011480"/>
              <a:chOff x="0" y="0"/>
              <a:chExt cx="6350000" cy="63500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31765"/>
                </a:srgbClr>
              </a:solidFill>
            </p:spPr>
          </p:sp>
        </p:grpSp>
        <p:grpSp>
          <p:nvGrpSpPr>
            <p:cNvPr name="Group 37" id="37"/>
            <p:cNvGrpSpPr>
              <a:grpSpLocks noChangeAspect="true"/>
            </p:cNvGrpSpPr>
            <p:nvPr/>
          </p:nvGrpSpPr>
          <p:grpSpPr>
            <a:xfrm rot="0">
              <a:off x="177165" y="177168"/>
              <a:ext cx="1657150" cy="1657144"/>
              <a:chOff x="0" y="0"/>
              <a:chExt cx="6350000" cy="6349975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0" t="-26677" r="0" b="-26677"/>
                </a:stretch>
              </a:blipFill>
            </p:spPr>
          </p:sp>
        </p:grpSp>
      </p:grpSp>
      <p:grpSp>
        <p:nvGrpSpPr>
          <p:cNvPr name="Group 39" id="39"/>
          <p:cNvGrpSpPr/>
          <p:nvPr/>
        </p:nvGrpSpPr>
        <p:grpSpPr>
          <a:xfrm rot="0">
            <a:off x="11215586" y="3148736"/>
            <a:ext cx="1508610" cy="1508610"/>
            <a:chOff x="0" y="0"/>
            <a:chExt cx="2011480" cy="2011480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2011480" cy="2011480"/>
              <a:chOff x="0" y="0"/>
              <a:chExt cx="6350000" cy="63500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31765"/>
                </a:srgbClr>
              </a:solidFill>
            </p:spPr>
          </p:sp>
        </p:grpSp>
        <p:grpSp>
          <p:nvGrpSpPr>
            <p:cNvPr name="Group 42" id="42"/>
            <p:cNvGrpSpPr>
              <a:grpSpLocks noChangeAspect="true"/>
            </p:cNvGrpSpPr>
            <p:nvPr/>
          </p:nvGrpSpPr>
          <p:grpSpPr>
            <a:xfrm rot="0">
              <a:off x="177165" y="177168"/>
              <a:ext cx="1657150" cy="1657144"/>
              <a:chOff x="0" y="0"/>
              <a:chExt cx="6350000" cy="6349975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 l="0" t="-4433" r="0" b="-45566"/>
                </a:stretch>
              </a:blipFill>
            </p:spPr>
          </p:sp>
        </p:grpSp>
      </p:grpSp>
      <p:grpSp>
        <p:nvGrpSpPr>
          <p:cNvPr name="Group 44" id="44"/>
          <p:cNvGrpSpPr/>
          <p:nvPr/>
        </p:nvGrpSpPr>
        <p:grpSpPr>
          <a:xfrm rot="0">
            <a:off x="11215586" y="5565743"/>
            <a:ext cx="1508610" cy="1508610"/>
            <a:chOff x="0" y="0"/>
            <a:chExt cx="2011480" cy="2011480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2011480" cy="2011480"/>
              <a:chOff x="0" y="0"/>
              <a:chExt cx="6350000" cy="63500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31765"/>
                </a:srgbClr>
              </a:solidFill>
            </p:spPr>
          </p:sp>
        </p:grpSp>
        <p:grpSp>
          <p:nvGrpSpPr>
            <p:cNvPr name="Group 47" id="47"/>
            <p:cNvGrpSpPr>
              <a:grpSpLocks noChangeAspect="true"/>
            </p:cNvGrpSpPr>
            <p:nvPr/>
          </p:nvGrpSpPr>
          <p:grpSpPr>
            <a:xfrm rot="0">
              <a:off x="177165" y="177168"/>
              <a:ext cx="1657150" cy="1657144"/>
              <a:chOff x="0" y="0"/>
              <a:chExt cx="6350000" cy="6349975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9"/>
                <a:stretch>
                  <a:fillRect l="0" t="-25000" r="0" b="-25000"/>
                </a:stretch>
              </a:blipFill>
            </p:spPr>
          </p:sp>
        </p:grpSp>
      </p:grpSp>
      <p:grpSp>
        <p:nvGrpSpPr>
          <p:cNvPr name="Group 49" id="49"/>
          <p:cNvGrpSpPr/>
          <p:nvPr/>
        </p:nvGrpSpPr>
        <p:grpSpPr>
          <a:xfrm rot="0">
            <a:off x="11215586" y="7982112"/>
            <a:ext cx="1508610" cy="1508610"/>
            <a:chOff x="0" y="0"/>
            <a:chExt cx="2011480" cy="2011480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0" y="0"/>
              <a:ext cx="2011480" cy="2011480"/>
              <a:chOff x="0" y="0"/>
              <a:chExt cx="6350000" cy="63500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31765"/>
                </a:srgbClr>
              </a:solidFill>
            </p:spPr>
          </p:sp>
        </p:grpSp>
        <p:grpSp>
          <p:nvGrpSpPr>
            <p:cNvPr name="Group 52" id="52"/>
            <p:cNvGrpSpPr>
              <a:grpSpLocks noChangeAspect="true"/>
            </p:cNvGrpSpPr>
            <p:nvPr/>
          </p:nvGrpSpPr>
          <p:grpSpPr>
            <a:xfrm rot="0">
              <a:off x="177165" y="177168"/>
              <a:ext cx="1657150" cy="1657144"/>
              <a:chOff x="0" y="0"/>
              <a:chExt cx="6350000" cy="6349975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0" t="-14768" r="0" b="-35231"/>
                </a:stretch>
              </a:blipFill>
            </p:spPr>
          </p:sp>
        </p:grpSp>
      </p:grpSp>
      <p:grpSp>
        <p:nvGrpSpPr>
          <p:cNvPr name="Group 54" id="54"/>
          <p:cNvGrpSpPr/>
          <p:nvPr/>
        </p:nvGrpSpPr>
        <p:grpSpPr>
          <a:xfrm rot="0">
            <a:off x="13381421" y="3148736"/>
            <a:ext cx="1508610" cy="1508610"/>
            <a:chOff x="0" y="0"/>
            <a:chExt cx="2011480" cy="2011480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0" y="0"/>
              <a:ext cx="2011480" cy="2011480"/>
              <a:chOff x="0" y="0"/>
              <a:chExt cx="6350000" cy="63500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31765"/>
                </a:srgbClr>
              </a:solidFill>
            </p:spPr>
          </p:sp>
        </p:grpSp>
        <p:grpSp>
          <p:nvGrpSpPr>
            <p:cNvPr name="Group 57" id="57"/>
            <p:cNvGrpSpPr>
              <a:grpSpLocks noChangeAspect="true"/>
            </p:cNvGrpSpPr>
            <p:nvPr/>
          </p:nvGrpSpPr>
          <p:grpSpPr>
            <a:xfrm rot="0">
              <a:off x="177165" y="177168"/>
              <a:ext cx="1657150" cy="1657144"/>
              <a:chOff x="0" y="0"/>
              <a:chExt cx="6350000" cy="6349975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10"/>
                <a:stretch>
                  <a:fillRect l="0" t="-12908" r="0" b="-37092"/>
                </a:stretch>
              </a:blipFill>
            </p:spPr>
          </p:sp>
        </p:grpSp>
      </p:grpSp>
      <p:grpSp>
        <p:nvGrpSpPr>
          <p:cNvPr name="Group 59" id="59"/>
          <p:cNvGrpSpPr/>
          <p:nvPr/>
        </p:nvGrpSpPr>
        <p:grpSpPr>
          <a:xfrm rot="0">
            <a:off x="13381421" y="5565743"/>
            <a:ext cx="1508610" cy="1508610"/>
            <a:chOff x="0" y="0"/>
            <a:chExt cx="2011480" cy="2011480"/>
          </a:xfrm>
        </p:grpSpPr>
        <p:grpSp>
          <p:nvGrpSpPr>
            <p:cNvPr name="Group 60" id="60"/>
            <p:cNvGrpSpPr/>
            <p:nvPr/>
          </p:nvGrpSpPr>
          <p:grpSpPr>
            <a:xfrm rot="0">
              <a:off x="0" y="0"/>
              <a:ext cx="2011480" cy="2011480"/>
              <a:chOff x="0" y="0"/>
              <a:chExt cx="6350000" cy="635000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31765"/>
                </a:srgbClr>
              </a:solidFill>
            </p:spPr>
          </p:sp>
        </p:grpSp>
        <p:grpSp>
          <p:nvGrpSpPr>
            <p:cNvPr name="Group 62" id="62"/>
            <p:cNvGrpSpPr>
              <a:grpSpLocks noChangeAspect="true"/>
            </p:cNvGrpSpPr>
            <p:nvPr/>
          </p:nvGrpSpPr>
          <p:grpSpPr>
            <a:xfrm rot="0">
              <a:off x="177165" y="177168"/>
              <a:ext cx="1657150" cy="1657144"/>
              <a:chOff x="0" y="0"/>
              <a:chExt cx="6350000" cy="6349975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11"/>
                <a:stretch>
                  <a:fillRect l="0" t="-13840" r="0" b="-35878"/>
                </a:stretch>
              </a:blipFill>
            </p:spPr>
          </p:sp>
        </p:grpSp>
      </p:grpSp>
      <p:grpSp>
        <p:nvGrpSpPr>
          <p:cNvPr name="Group 64" id="64"/>
          <p:cNvGrpSpPr/>
          <p:nvPr/>
        </p:nvGrpSpPr>
        <p:grpSpPr>
          <a:xfrm rot="0">
            <a:off x="13381421" y="7982112"/>
            <a:ext cx="1508610" cy="1508610"/>
            <a:chOff x="0" y="0"/>
            <a:chExt cx="2011480" cy="2011480"/>
          </a:xfrm>
        </p:grpSpPr>
        <p:grpSp>
          <p:nvGrpSpPr>
            <p:cNvPr name="Group 65" id="65"/>
            <p:cNvGrpSpPr/>
            <p:nvPr/>
          </p:nvGrpSpPr>
          <p:grpSpPr>
            <a:xfrm rot="0">
              <a:off x="0" y="0"/>
              <a:ext cx="2011480" cy="2011480"/>
              <a:chOff x="0" y="0"/>
              <a:chExt cx="6350000" cy="6350000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31765"/>
                </a:srgbClr>
              </a:solidFill>
            </p:spPr>
          </p:sp>
        </p:grpSp>
        <p:grpSp>
          <p:nvGrpSpPr>
            <p:cNvPr name="Group 67" id="67"/>
            <p:cNvGrpSpPr>
              <a:grpSpLocks noChangeAspect="true"/>
            </p:cNvGrpSpPr>
            <p:nvPr/>
          </p:nvGrpSpPr>
          <p:grpSpPr>
            <a:xfrm rot="0">
              <a:off x="177165" y="177168"/>
              <a:ext cx="1657150" cy="1657144"/>
              <a:chOff x="0" y="0"/>
              <a:chExt cx="6350000" cy="6349975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12"/>
                <a:stretch>
                  <a:fillRect l="0" t="-29651" r="0" b="-20349"/>
                </a:stretch>
              </a:blipFill>
            </p:spPr>
          </p:sp>
        </p:grpSp>
      </p:grpSp>
      <p:grpSp>
        <p:nvGrpSpPr>
          <p:cNvPr name="Group 69" id="69"/>
          <p:cNvGrpSpPr/>
          <p:nvPr/>
        </p:nvGrpSpPr>
        <p:grpSpPr>
          <a:xfrm rot="0">
            <a:off x="15547256" y="3148736"/>
            <a:ext cx="1508610" cy="1508610"/>
            <a:chOff x="0" y="0"/>
            <a:chExt cx="2011480" cy="2011480"/>
          </a:xfrm>
        </p:grpSpPr>
        <p:grpSp>
          <p:nvGrpSpPr>
            <p:cNvPr name="Group 70" id="70"/>
            <p:cNvGrpSpPr/>
            <p:nvPr/>
          </p:nvGrpSpPr>
          <p:grpSpPr>
            <a:xfrm rot="0">
              <a:off x="0" y="0"/>
              <a:ext cx="2011480" cy="2011480"/>
              <a:chOff x="0" y="0"/>
              <a:chExt cx="6350000" cy="6350000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31765"/>
                </a:srgbClr>
              </a:solidFill>
            </p:spPr>
          </p:sp>
        </p:grpSp>
        <p:grpSp>
          <p:nvGrpSpPr>
            <p:cNvPr name="Group 72" id="72"/>
            <p:cNvGrpSpPr>
              <a:grpSpLocks noChangeAspect="true"/>
            </p:cNvGrpSpPr>
            <p:nvPr/>
          </p:nvGrpSpPr>
          <p:grpSpPr>
            <a:xfrm rot="0">
              <a:off x="177165" y="177168"/>
              <a:ext cx="1657150" cy="1657144"/>
              <a:chOff x="0" y="0"/>
              <a:chExt cx="6350000" cy="6349975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13"/>
                <a:stretch>
                  <a:fillRect l="0" t="-7327" r="0" b="-42673"/>
                </a:stretch>
              </a:blipFill>
            </p:spPr>
          </p:sp>
        </p:grpSp>
      </p:grpSp>
      <p:grpSp>
        <p:nvGrpSpPr>
          <p:cNvPr name="Group 74" id="74"/>
          <p:cNvGrpSpPr/>
          <p:nvPr/>
        </p:nvGrpSpPr>
        <p:grpSpPr>
          <a:xfrm rot="0">
            <a:off x="15547256" y="5565743"/>
            <a:ext cx="1508610" cy="1508610"/>
            <a:chOff x="0" y="0"/>
            <a:chExt cx="2011480" cy="2011480"/>
          </a:xfrm>
        </p:grpSpPr>
        <p:grpSp>
          <p:nvGrpSpPr>
            <p:cNvPr name="Group 75" id="75"/>
            <p:cNvGrpSpPr/>
            <p:nvPr/>
          </p:nvGrpSpPr>
          <p:grpSpPr>
            <a:xfrm rot="0">
              <a:off x="0" y="0"/>
              <a:ext cx="2011480" cy="2011480"/>
              <a:chOff x="0" y="0"/>
              <a:chExt cx="6350000" cy="6350000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31765"/>
                </a:srgbClr>
              </a:solidFill>
            </p:spPr>
          </p:sp>
        </p:grpSp>
        <p:grpSp>
          <p:nvGrpSpPr>
            <p:cNvPr name="Group 77" id="77"/>
            <p:cNvGrpSpPr>
              <a:grpSpLocks noChangeAspect="true"/>
            </p:cNvGrpSpPr>
            <p:nvPr/>
          </p:nvGrpSpPr>
          <p:grpSpPr>
            <a:xfrm rot="0">
              <a:off x="177165" y="177168"/>
              <a:ext cx="1657150" cy="1657144"/>
              <a:chOff x="0" y="0"/>
              <a:chExt cx="6350000" cy="6349975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 l="0" t="-3606" r="0" b="-46393"/>
                </a:stretch>
              </a:blipFill>
            </p:spPr>
          </p:sp>
        </p:grpSp>
      </p:grpSp>
      <p:grpSp>
        <p:nvGrpSpPr>
          <p:cNvPr name="Group 79" id="79"/>
          <p:cNvGrpSpPr/>
          <p:nvPr/>
        </p:nvGrpSpPr>
        <p:grpSpPr>
          <a:xfrm rot="0">
            <a:off x="15547256" y="7982112"/>
            <a:ext cx="1508610" cy="1508610"/>
            <a:chOff x="0" y="0"/>
            <a:chExt cx="2011480" cy="2011480"/>
          </a:xfrm>
        </p:grpSpPr>
        <p:grpSp>
          <p:nvGrpSpPr>
            <p:cNvPr name="Group 80" id="80"/>
            <p:cNvGrpSpPr/>
            <p:nvPr/>
          </p:nvGrpSpPr>
          <p:grpSpPr>
            <a:xfrm rot="0">
              <a:off x="0" y="0"/>
              <a:ext cx="2011480" cy="2011480"/>
              <a:chOff x="0" y="0"/>
              <a:chExt cx="6350000" cy="6350000"/>
            </a:xfrm>
          </p:grpSpPr>
          <p:sp>
            <p:nvSpPr>
              <p:cNvPr name="Freeform 81" id="8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31765"/>
                </a:srgbClr>
              </a:solidFill>
            </p:spPr>
          </p:sp>
        </p:grpSp>
        <p:grpSp>
          <p:nvGrpSpPr>
            <p:cNvPr name="Group 82" id="82"/>
            <p:cNvGrpSpPr>
              <a:grpSpLocks noChangeAspect="true"/>
            </p:cNvGrpSpPr>
            <p:nvPr/>
          </p:nvGrpSpPr>
          <p:grpSpPr>
            <a:xfrm rot="0">
              <a:off x="177165" y="177168"/>
              <a:ext cx="1657150" cy="1657144"/>
              <a:chOff x="0" y="0"/>
              <a:chExt cx="6350000" cy="6349975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10"/>
                <a:stretch>
                  <a:fillRect l="0" t="-14768" r="0" b="-35231"/>
                </a:stretch>
              </a:blipFill>
            </p:spPr>
          </p:sp>
        </p:grpSp>
      </p:grpSp>
      <p:sp>
        <p:nvSpPr>
          <p:cNvPr name="TextBox 84" id="84"/>
          <p:cNvSpPr txBox="true"/>
          <p:nvPr/>
        </p:nvSpPr>
        <p:spPr>
          <a:xfrm rot="0">
            <a:off x="1481376" y="3641120"/>
            <a:ext cx="4067281" cy="53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Tên nhóm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537119" y="6058128"/>
            <a:ext cx="4067281" cy="53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Tên nhóm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537119" y="8474496"/>
            <a:ext cx="4144412" cy="53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Tên nhóm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3621429" y="1289942"/>
            <a:ext cx="3409271" cy="24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079"/>
              </a:lnSpc>
              <a:spcBef>
                <a:spcPct val="0"/>
              </a:spcBef>
            </a:pPr>
            <a:r>
              <a:rPr lang="en-US" b="true" sz="1599" u="none">
                <a:solidFill>
                  <a:srgbClr val="020327"/>
                </a:solidFill>
                <a:latin typeface="Muli Semi-Bold"/>
                <a:ea typeface="Muli Semi-Bold"/>
                <a:cs typeface="Muli Semi-Bold"/>
                <a:sym typeface="Muli Semi-Bold"/>
                <a:hlinkClick r:id="rId14" action="ppaction://hlinksldjump"/>
              </a:rPr>
              <a:t>QUAY LẠI TRANG CHƯƠNG TRÌNH</a:t>
            </a:r>
          </a:p>
        </p:txBody>
      </p:sp>
      <p:sp>
        <p:nvSpPr>
          <p:cNvPr name="AutoShape 88" id="88"/>
          <p:cNvSpPr/>
          <p:nvPr/>
        </p:nvSpPr>
        <p:spPr>
          <a:xfrm rot="5006">
            <a:off x="968483" y="2354433"/>
            <a:ext cx="16351034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9" id="89"/>
          <p:cNvSpPr txBox="true"/>
          <p:nvPr/>
        </p:nvSpPr>
        <p:spPr>
          <a:xfrm rot="0">
            <a:off x="1360960" y="813558"/>
            <a:ext cx="8115300" cy="1266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8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Đội ngũ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72700" y="9363507"/>
            <a:ext cx="3489683" cy="24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079"/>
              </a:lnSpc>
              <a:spcBef>
                <a:spcPct val="0"/>
              </a:spcBef>
            </a:pPr>
            <a:r>
              <a:rPr lang="en-US" b="true" sz="1599" u="none">
                <a:solidFill>
                  <a:srgbClr val="020327"/>
                </a:solidFill>
                <a:latin typeface="Muli Semi-Bold"/>
                <a:ea typeface="Muli Semi-Bold"/>
                <a:cs typeface="Muli Semi-Bold"/>
                <a:sym typeface="Muli Semi-Bold"/>
                <a:hlinkClick r:id="rId3" action="ppaction://hlinksldjump"/>
              </a:rPr>
              <a:t>QUAY LẠI TRANG CHƯƠNG TRÌNH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966994" y="3385850"/>
            <a:ext cx="2170497" cy="923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Rủi ro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12956" y="5252418"/>
            <a:ext cx="6278573" cy="1950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Viết một mục ở đây.</a:t>
            </a:r>
          </a:p>
          <a:p>
            <a:pPr algn="ctr">
              <a:lnSpc>
                <a:spcPts val="3120"/>
              </a:lnSpc>
            </a:pPr>
          </a:p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Viết một mục ở đây.</a:t>
            </a:r>
          </a:p>
          <a:p>
            <a:pPr algn="ctr">
              <a:lnSpc>
                <a:spcPts val="3120"/>
              </a:lnSpc>
            </a:pPr>
          </a:p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Viết một mục ở đây.</a:t>
            </a:r>
          </a:p>
        </p:txBody>
      </p:sp>
      <p:sp>
        <p:nvSpPr>
          <p:cNvPr name="AutoShape 6" id="6"/>
          <p:cNvSpPr/>
          <p:nvPr/>
        </p:nvSpPr>
        <p:spPr>
          <a:xfrm flipH="true" flipV="true">
            <a:off x="1912985" y="4624705"/>
            <a:ext cx="6278573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4679568" y="2264785"/>
            <a:ext cx="745349" cy="796003"/>
          </a:xfrm>
          <a:custGeom>
            <a:avLst/>
            <a:gdLst/>
            <a:ahLst/>
            <a:cxnLst/>
            <a:rect r="r" b="b" t="t" l="l"/>
            <a:pathLst>
              <a:path h="796003" w="745349">
                <a:moveTo>
                  <a:pt x="0" y="0"/>
                </a:moveTo>
                <a:lnTo>
                  <a:pt x="745349" y="0"/>
                </a:lnTo>
                <a:lnTo>
                  <a:pt x="745349" y="796004"/>
                </a:lnTo>
                <a:lnTo>
                  <a:pt x="0" y="7960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022537" y="3385850"/>
            <a:ext cx="6852327" cy="923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Giải</a:t>
            </a:r>
            <a:r>
              <a:rPr lang="en-US" sz="60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 pháp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09414" y="5252418"/>
            <a:ext cx="6278573" cy="1950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Viết một mục ở đây.</a:t>
            </a:r>
          </a:p>
          <a:p>
            <a:pPr algn="ctr">
              <a:lnSpc>
                <a:spcPts val="3120"/>
              </a:lnSpc>
            </a:pPr>
          </a:p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Viết một mục ở đây.</a:t>
            </a:r>
          </a:p>
          <a:p>
            <a:pPr algn="ctr">
              <a:lnSpc>
                <a:spcPts val="3120"/>
              </a:lnSpc>
            </a:pPr>
          </a:p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Viết một mục ở đây.</a:t>
            </a:r>
          </a:p>
        </p:txBody>
      </p:sp>
      <p:sp>
        <p:nvSpPr>
          <p:cNvPr name="AutoShape 10" id="10"/>
          <p:cNvSpPr/>
          <p:nvPr/>
        </p:nvSpPr>
        <p:spPr>
          <a:xfrm flipH="true">
            <a:off x="10309385" y="4634230"/>
            <a:ext cx="6565479" cy="9525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3109445" y="2264785"/>
            <a:ext cx="678510" cy="846214"/>
          </a:xfrm>
          <a:custGeom>
            <a:avLst/>
            <a:gdLst/>
            <a:ahLst/>
            <a:cxnLst/>
            <a:rect r="r" b="b" t="t" l="l"/>
            <a:pathLst>
              <a:path h="846214" w="678510">
                <a:moveTo>
                  <a:pt x="0" y="0"/>
                </a:moveTo>
                <a:lnTo>
                  <a:pt x="678510" y="0"/>
                </a:lnTo>
                <a:lnTo>
                  <a:pt x="678510" y="846214"/>
                </a:lnTo>
                <a:lnTo>
                  <a:pt x="0" y="8462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717825" y="9354649"/>
            <a:ext cx="3258797" cy="254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1"/>
              </a:lnSpc>
              <a:spcBef>
                <a:spcPct val="0"/>
              </a:spcBef>
            </a:pPr>
            <a:r>
              <a:rPr lang="en-US" b="true" sz="1601" spc="57">
                <a:solidFill>
                  <a:srgbClr val="FFFFF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KẾ HOẠCH DỰ ÁN</a:t>
            </a:r>
          </a:p>
        </p:txBody>
      </p:sp>
      <p:sp>
        <p:nvSpPr>
          <p:cNvPr name="AutoShape 13" id="13"/>
          <p:cNvSpPr/>
          <p:nvPr/>
        </p:nvSpPr>
        <p:spPr>
          <a:xfrm rot="5006">
            <a:off x="968483" y="8826464"/>
            <a:ext cx="16351034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360960" y="9280911"/>
            <a:ext cx="3956299" cy="359273"/>
            <a:chOff x="0" y="0"/>
            <a:chExt cx="5275065" cy="47903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930002" y="63429"/>
              <a:ext cx="4345063" cy="333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1"/>
                </a:lnSpc>
                <a:spcBef>
                  <a:spcPct val="0"/>
                </a:spcBef>
              </a:pPr>
              <a:r>
                <a:rPr lang="en-US" b="true" sz="1601" spc="57">
                  <a:solidFill>
                    <a:srgbClr val="FFFFFF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THÊM TÊN CÔNG TY</a:t>
              </a:r>
            </a:p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8000" cy="479030"/>
            </a:xfrm>
            <a:custGeom>
              <a:avLst/>
              <a:gdLst/>
              <a:ahLst/>
              <a:cxnLst/>
              <a:rect r="r" b="b" t="t" l="l"/>
              <a:pathLst>
                <a:path h="479030" w="608000">
                  <a:moveTo>
                    <a:pt x="0" y="0"/>
                  </a:moveTo>
                  <a:lnTo>
                    <a:pt x="608000" y="0"/>
                  </a:lnTo>
                  <a:lnTo>
                    <a:pt x="608000" y="479030"/>
                  </a:lnTo>
                  <a:lnTo>
                    <a:pt x="0" y="479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8518" r="0" b="-4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935453"/>
            <a:ext cx="8082866" cy="8416095"/>
            <a:chOff x="0" y="0"/>
            <a:chExt cx="1750905" cy="18230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50906" cy="1823089"/>
            </a:xfrm>
            <a:custGeom>
              <a:avLst/>
              <a:gdLst/>
              <a:ahLst/>
              <a:cxnLst/>
              <a:rect r="r" b="b" t="t" l="l"/>
              <a:pathLst>
                <a:path h="1823089" w="1750906">
                  <a:moveTo>
                    <a:pt x="1626445" y="1823089"/>
                  </a:moveTo>
                  <a:lnTo>
                    <a:pt x="124460" y="1823089"/>
                  </a:lnTo>
                  <a:cubicBezTo>
                    <a:pt x="55880" y="1823089"/>
                    <a:pt x="0" y="1767209"/>
                    <a:pt x="0" y="16986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626445" y="0"/>
                  </a:lnTo>
                  <a:cubicBezTo>
                    <a:pt x="1695025" y="0"/>
                    <a:pt x="1750906" y="55880"/>
                    <a:pt x="1750906" y="124460"/>
                  </a:cubicBezTo>
                  <a:lnTo>
                    <a:pt x="1750906" y="1698629"/>
                  </a:lnTo>
                  <a:cubicBezTo>
                    <a:pt x="1750906" y="1767209"/>
                    <a:pt x="1695025" y="1823089"/>
                    <a:pt x="1626445" y="1823089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241978" y="-1759022"/>
            <a:ext cx="24092044" cy="24092044"/>
          </a:xfrm>
          <a:custGeom>
            <a:avLst/>
            <a:gdLst/>
            <a:ahLst/>
            <a:cxnLst/>
            <a:rect r="r" b="b" t="t" l="l"/>
            <a:pathLst>
              <a:path h="24092044" w="24092044">
                <a:moveTo>
                  <a:pt x="0" y="0"/>
                </a:moveTo>
                <a:lnTo>
                  <a:pt x="24092044" y="0"/>
                </a:lnTo>
                <a:lnTo>
                  <a:pt x="24092044" y="24092044"/>
                </a:lnTo>
                <a:lnTo>
                  <a:pt x="0" y="240920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364689" y="1693732"/>
            <a:ext cx="7410888" cy="6899537"/>
            <a:chOff x="0" y="0"/>
            <a:chExt cx="6350000" cy="59118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02" y="0"/>
              <a:ext cx="6348428" cy="5911850"/>
            </a:xfrm>
            <a:custGeom>
              <a:avLst/>
              <a:gdLst/>
              <a:ahLst/>
              <a:cxnLst/>
              <a:rect r="r" b="b" t="t" l="l"/>
              <a:pathLst>
                <a:path h="5911850" w="6348428">
                  <a:moveTo>
                    <a:pt x="1146508" y="402590"/>
                  </a:moveTo>
                  <a:lnTo>
                    <a:pt x="108918" y="2192020"/>
                  </a:lnTo>
                  <a:cubicBezTo>
                    <a:pt x="-68882" y="2498090"/>
                    <a:pt x="-25702" y="2884170"/>
                    <a:pt x="214328" y="3144520"/>
                  </a:cubicBezTo>
                  <a:lnTo>
                    <a:pt x="2525728" y="5651500"/>
                  </a:lnTo>
                  <a:cubicBezTo>
                    <a:pt x="2678128" y="5817870"/>
                    <a:pt x="2894028" y="5911850"/>
                    <a:pt x="3118818" y="5911850"/>
                  </a:cubicBezTo>
                  <a:lnTo>
                    <a:pt x="5540708" y="5911850"/>
                  </a:lnTo>
                  <a:cubicBezTo>
                    <a:pt x="5986478" y="5911850"/>
                    <a:pt x="6348428" y="5549900"/>
                    <a:pt x="6348428" y="5104130"/>
                  </a:cubicBezTo>
                  <a:lnTo>
                    <a:pt x="6348428" y="1891030"/>
                  </a:lnTo>
                  <a:cubicBezTo>
                    <a:pt x="6348428" y="1724660"/>
                    <a:pt x="6297628" y="1562100"/>
                    <a:pt x="6201108" y="1426210"/>
                  </a:cubicBezTo>
                  <a:lnTo>
                    <a:pt x="5439108" y="342900"/>
                  </a:lnTo>
                  <a:cubicBezTo>
                    <a:pt x="5287978" y="128270"/>
                    <a:pt x="5041598" y="0"/>
                    <a:pt x="4778708" y="0"/>
                  </a:cubicBezTo>
                  <a:lnTo>
                    <a:pt x="1845008" y="0"/>
                  </a:lnTo>
                  <a:cubicBezTo>
                    <a:pt x="1556718" y="0"/>
                    <a:pt x="1290018" y="153670"/>
                    <a:pt x="1146508" y="402590"/>
                  </a:cubicBezTo>
                  <a:close/>
                </a:path>
              </a:pathLst>
            </a:custGeom>
            <a:blipFill>
              <a:blip r:embed="rId5"/>
              <a:stretch>
                <a:fillRect l="-61636" t="0" r="-34239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14765" y="7717089"/>
            <a:ext cx="3440182" cy="24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079"/>
              </a:lnSpc>
              <a:spcBef>
                <a:spcPct val="0"/>
              </a:spcBef>
            </a:pPr>
            <a:r>
              <a:rPr lang="en-US" b="true" sz="1599" u="none">
                <a:solidFill>
                  <a:srgbClr val="020327"/>
                </a:solidFill>
                <a:latin typeface="Muli Semi-Bold"/>
                <a:ea typeface="Muli Semi-Bold"/>
                <a:cs typeface="Muli Semi-Bold"/>
                <a:sym typeface="Muli Semi-Bold"/>
                <a:hlinkClick r:id="rId6" action="ppaction://hlinksldjump"/>
              </a:rPr>
              <a:t>QUAY LẠI TRANG CHƯƠNG TRÌNH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14765" y="2104611"/>
            <a:ext cx="6347090" cy="2543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8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Giám sát</a:t>
            </a:r>
          </a:p>
          <a:p>
            <a:pPr algn="l">
              <a:lnSpc>
                <a:spcPts val="10080"/>
              </a:lnSpc>
            </a:pPr>
            <a:r>
              <a:rPr lang="en-US" sz="8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Dự án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14765" y="5600700"/>
            <a:ext cx="6347090" cy="1154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6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Viết miêu tả về nội dung</a:t>
            </a:r>
          </a:p>
          <a:p>
            <a:pPr algn="l">
              <a:lnSpc>
                <a:spcPts val="4680"/>
              </a:lnSpc>
            </a:pPr>
            <a:r>
              <a:rPr lang="en-US" sz="36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của những trang tiếp theo.</a:t>
            </a:r>
          </a:p>
        </p:txBody>
      </p:sp>
      <p:sp>
        <p:nvSpPr>
          <p:cNvPr name="AutoShape 11" id="11"/>
          <p:cNvSpPr/>
          <p:nvPr/>
        </p:nvSpPr>
        <p:spPr>
          <a:xfrm>
            <a:off x="10214765" y="5133975"/>
            <a:ext cx="6880363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49537" y="2381573"/>
            <a:ext cx="15969464" cy="796892"/>
            <a:chOff x="0" y="0"/>
            <a:chExt cx="13234208" cy="660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234208" cy="660400"/>
            </a:xfrm>
            <a:custGeom>
              <a:avLst/>
              <a:gdLst/>
              <a:ahLst/>
              <a:cxnLst/>
              <a:rect r="r" b="b" t="t" l="l"/>
              <a:pathLst>
                <a:path h="660400" w="13234208">
                  <a:moveTo>
                    <a:pt x="13109749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3109749" y="0"/>
                  </a:lnTo>
                  <a:cubicBezTo>
                    <a:pt x="13178329" y="0"/>
                    <a:pt x="13234208" y="55880"/>
                    <a:pt x="13234208" y="124460"/>
                  </a:cubicBezTo>
                  <a:lnTo>
                    <a:pt x="13234208" y="535940"/>
                  </a:lnTo>
                  <a:cubicBezTo>
                    <a:pt x="13234208" y="604520"/>
                    <a:pt x="13178329" y="660400"/>
                    <a:pt x="13109749" y="660400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</p:spPr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237837" y="2381573"/>
          <a:ext cx="15792863" cy="7077022"/>
        </p:xfrm>
        <a:graphic>
          <a:graphicData uri="http://schemas.openxmlformats.org/drawingml/2006/table">
            <a:tbl>
              <a:tblPr/>
              <a:tblGrid>
                <a:gridCol w="5519545"/>
                <a:gridCol w="2097179"/>
                <a:gridCol w="1899758"/>
                <a:gridCol w="2089529"/>
                <a:gridCol w="2149888"/>
                <a:gridCol w="2036964"/>
              </a:tblGrid>
              <a:tr h="77892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b="true" sz="1799" spc="89">
                          <a:solidFill>
                            <a:srgbClr val="FFFFFF"/>
                          </a:solidFill>
                          <a:latin typeface="Muli Semi-Bold"/>
                          <a:ea typeface="Muli Semi-Bold"/>
                          <a:cs typeface="Muli Semi-Bold"/>
                          <a:sym typeface="Muli Semi-Bold"/>
                        </a:rPr>
                        <a:t>NHIỆM VỤ</a:t>
                      </a: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b="true" sz="1799" spc="89">
                          <a:solidFill>
                            <a:srgbClr val="FFFFFF"/>
                          </a:solidFill>
                          <a:latin typeface="Muli Semi-Bold"/>
                          <a:ea typeface="Muli Semi-Bold"/>
                          <a:cs typeface="Muli Semi-Bold"/>
                          <a:sym typeface="Muli Semi-Bold"/>
                        </a:rPr>
                        <a:t>THÁNG 1</a:t>
                      </a: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b="true" sz="1799" spc="89">
                          <a:solidFill>
                            <a:srgbClr val="FFFFFF"/>
                          </a:solidFill>
                          <a:latin typeface="Muli Semi-Bold"/>
                          <a:ea typeface="Muli Semi-Bold"/>
                          <a:cs typeface="Muli Semi-Bold"/>
                          <a:sym typeface="Muli Semi-Bold"/>
                        </a:rPr>
                        <a:t>THÁNG 2</a:t>
                      </a: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b="true" sz="1799" spc="89">
                          <a:solidFill>
                            <a:srgbClr val="FFFFFF"/>
                          </a:solidFill>
                          <a:latin typeface="Muli Semi-Bold"/>
                          <a:ea typeface="Muli Semi-Bold"/>
                          <a:cs typeface="Muli Semi-Bold"/>
                          <a:sym typeface="Muli Semi-Bold"/>
                        </a:rPr>
                        <a:t>THÁNG 3</a:t>
                      </a: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b="true" sz="1799" spc="89">
                          <a:solidFill>
                            <a:srgbClr val="FFFFFF"/>
                          </a:solidFill>
                          <a:latin typeface="Muli Semi-Bold"/>
                          <a:ea typeface="Muli Semi-Bold"/>
                          <a:cs typeface="Muli Semi-Bold"/>
                          <a:sym typeface="Muli Semi-Bold"/>
                        </a:rPr>
                        <a:t>THÁNG 4</a:t>
                      </a: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b="true" sz="1799" spc="89">
                          <a:solidFill>
                            <a:srgbClr val="FFFFFF"/>
                          </a:solidFill>
                          <a:latin typeface="Muli Semi-Bold"/>
                          <a:ea typeface="Muli Semi-Bold"/>
                          <a:cs typeface="Muli Semi-Bold"/>
                          <a:sym typeface="Muli Semi-Bold"/>
                        </a:rPr>
                        <a:t>THÁNG 5</a:t>
                      </a: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84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Lập kế hoạch</a:t>
                      </a: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84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Nghiên cứu</a:t>
                      </a: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84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Sản xuất mẫu</a:t>
                      </a: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84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Thử nghiệm</a:t>
                      </a: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84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Kiểm soát chất lượng</a:t>
                      </a: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84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Thực hiện</a:t>
                      </a: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84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Theo dõi</a:t>
                      </a: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892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Lưu lại thông tin</a:t>
                      </a: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3617793" y="1137542"/>
            <a:ext cx="3412907" cy="24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079"/>
              </a:lnSpc>
              <a:spcBef>
                <a:spcPct val="0"/>
              </a:spcBef>
            </a:pPr>
            <a:r>
              <a:rPr lang="en-US" b="true" sz="1599" u="none">
                <a:solidFill>
                  <a:srgbClr val="020327"/>
                </a:solidFill>
                <a:latin typeface="Muli Semi-Bold"/>
                <a:ea typeface="Muli Semi-Bold"/>
                <a:cs typeface="Muli Semi-Bold"/>
                <a:sym typeface="Muli Semi-Bold"/>
                <a:hlinkClick r:id="rId3" action="ppaction://hlinksldjump"/>
              </a:rPr>
              <a:t>QUAY LẠI TRANG CHƯƠNG TRÌNH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0960" y="661158"/>
            <a:ext cx="8115300" cy="1266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8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Lộ trình</a:t>
            </a:r>
          </a:p>
        </p:txBody>
      </p:sp>
      <p:sp>
        <p:nvSpPr>
          <p:cNvPr name="AutoShape 8" id="8"/>
          <p:cNvSpPr/>
          <p:nvPr/>
        </p:nvSpPr>
        <p:spPr>
          <a:xfrm rot="0">
            <a:off x="6745158" y="3478782"/>
            <a:ext cx="1070300" cy="0"/>
          </a:xfrm>
          <a:prstGeom prst="line">
            <a:avLst/>
          </a:prstGeom>
          <a:ln cap="flat" w="114300">
            <a:solidFill>
              <a:srgbClr val="17F1E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0">
            <a:off x="6745158" y="4291781"/>
            <a:ext cx="2546884" cy="0"/>
          </a:xfrm>
          <a:prstGeom prst="line">
            <a:avLst/>
          </a:prstGeom>
          <a:ln cap="flat" w="114300">
            <a:solidFill>
              <a:srgbClr val="17F1E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0">
            <a:off x="9687925" y="5050262"/>
            <a:ext cx="1061776" cy="0"/>
          </a:xfrm>
          <a:prstGeom prst="line">
            <a:avLst/>
          </a:prstGeom>
          <a:ln cap="flat" w="114300">
            <a:solidFill>
              <a:srgbClr val="C7F8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0">
            <a:off x="10762488" y="5870363"/>
            <a:ext cx="1061776" cy="0"/>
          </a:xfrm>
          <a:prstGeom prst="line">
            <a:avLst/>
          </a:prstGeom>
          <a:ln cap="flat" w="114300">
            <a:solidFill>
              <a:srgbClr val="C7F8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0">
            <a:off x="10772013" y="6685994"/>
            <a:ext cx="1908019" cy="0"/>
          </a:xfrm>
          <a:prstGeom prst="line">
            <a:avLst/>
          </a:prstGeom>
          <a:ln cap="flat" w="114300">
            <a:solidFill>
              <a:srgbClr val="A34AB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-12938">
            <a:off x="11726018" y="7389406"/>
            <a:ext cx="1106137" cy="0"/>
          </a:xfrm>
          <a:prstGeom prst="line">
            <a:avLst/>
          </a:prstGeom>
          <a:ln cap="flat" w="114300">
            <a:solidFill>
              <a:srgbClr val="A34AB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0">
            <a:off x="12279302" y="8237736"/>
            <a:ext cx="2316973" cy="0"/>
          </a:xfrm>
          <a:prstGeom prst="line">
            <a:avLst/>
          </a:prstGeom>
          <a:ln cap="flat" w="114300">
            <a:solidFill>
              <a:srgbClr val="604AB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0">
            <a:off x="15007955" y="9077325"/>
            <a:ext cx="2022745" cy="0"/>
          </a:xfrm>
          <a:prstGeom prst="line">
            <a:avLst/>
          </a:prstGeom>
          <a:ln cap="flat" w="114300">
            <a:solidFill>
              <a:srgbClr val="604AB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8518" r="0" b="-4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34820" y="2647988"/>
            <a:ext cx="16008629" cy="1052299"/>
            <a:chOff x="0" y="0"/>
            <a:chExt cx="10046672" cy="660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046672" cy="660400"/>
            </a:xfrm>
            <a:custGeom>
              <a:avLst/>
              <a:gdLst/>
              <a:ahLst/>
              <a:cxnLst/>
              <a:rect r="r" b="b" t="t" l="l"/>
              <a:pathLst>
                <a:path h="660400" w="10046672">
                  <a:moveTo>
                    <a:pt x="9922211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9922211" y="0"/>
                  </a:lnTo>
                  <a:cubicBezTo>
                    <a:pt x="9990792" y="0"/>
                    <a:pt x="10046672" y="55880"/>
                    <a:pt x="10046672" y="124460"/>
                  </a:cubicBezTo>
                  <a:lnTo>
                    <a:pt x="10046672" y="535940"/>
                  </a:lnTo>
                  <a:cubicBezTo>
                    <a:pt x="10046672" y="604520"/>
                    <a:pt x="9990792" y="660400"/>
                    <a:pt x="9922211" y="660400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</p:spPr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237837" y="2676563"/>
          <a:ext cx="15802594" cy="6086437"/>
        </p:xfrm>
        <a:graphic>
          <a:graphicData uri="http://schemas.openxmlformats.org/drawingml/2006/table">
            <a:tbl>
              <a:tblPr/>
              <a:tblGrid>
                <a:gridCol w="12966015"/>
                <a:gridCol w="2836579"/>
              </a:tblGrid>
              <a:tr h="10144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b="true" sz="2200" spc="110">
                          <a:solidFill>
                            <a:srgbClr val="FFFFFF"/>
                          </a:solidFill>
                          <a:latin typeface="Muli Semi-Bold"/>
                          <a:ea typeface="Muli Semi-Bold"/>
                          <a:cs typeface="Muli Semi-Bold"/>
                          <a:sym typeface="Muli Semi-Bold"/>
                        </a:rPr>
                        <a:t>NHIỆM VỤ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b="true" sz="2200" spc="110">
                          <a:solidFill>
                            <a:srgbClr val="FFFFFF"/>
                          </a:solidFill>
                          <a:latin typeface="Muli Semi-Bold"/>
                          <a:ea typeface="Muli Semi-Bold"/>
                          <a:cs typeface="Muli Semi-Bold"/>
                          <a:sym typeface="Muli Semi-Bold"/>
                        </a:rPr>
                        <a:t>TÌNH TRẠNG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4406">
                <a:tc>
                  <a:txBody>
                    <a:bodyPr anchor="t" rtlCol="false"/>
                    <a:lstStyle/>
                    <a:p>
                      <a:pPr algn="l" marL="539749" indent="-269875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Viết nhiệm vụ ở đây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7486">
                <a:tc>
                  <a:txBody>
                    <a:bodyPr anchor="t" rtlCol="false"/>
                    <a:lstStyle/>
                    <a:p>
                      <a:pPr algn="l" marL="539749" indent="-269875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Viết nhiệm vụ ở đây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1326">
                <a:tc>
                  <a:txBody>
                    <a:bodyPr anchor="t" rtlCol="false"/>
                    <a:lstStyle/>
                    <a:p>
                      <a:pPr algn="l" marL="539749" indent="-269875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Viết nhiệm vụ ở đây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4406">
                <a:tc>
                  <a:txBody>
                    <a:bodyPr anchor="t" rtlCol="false"/>
                    <a:lstStyle/>
                    <a:p>
                      <a:pPr algn="l" marL="539749" indent="-269875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Viết nhiệm vụ ở đây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4406">
                <a:tc>
                  <a:txBody>
                    <a:bodyPr anchor="t" rtlCol="false"/>
                    <a:lstStyle/>
                    <a:p>
                      <a:pPr algn="l" marL="539749" indent="-269875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Viết nhiệm vụ ở đây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6" id="6"/>
          <p:cNvSpPr/>
          <p:nvPr/>
        </p:nvSpPr>
        <p:spPr>
          <a:xfrm flipH="false" flipV="false" rot="0">
            <a:off x="14882300" y="1293995"/>
            <a:ext cx="413947" cy="319116"/>
          </a:xfrm>
          <a:custGeom>
            <a:avLst/>
            <a:gdLst/>
            <a:ahLst/>
            <a:cxnLst/>
            <a:rect r="r" b="b" t="t" l="l"/>
            <a:pathLst>
              <a:path h="319116" w="413947">
                <a:moveTo>
                  <a:pt x="0" y="0"/>
                </a:moveTo>
                <a:lnTo>
                  <a:pt x="413947" y="0"/>
                </a:lnTo>
                <a:lnTo>
                  <a:pt x="413947" y="319116"/>
                </a:lnTo>
                <a:lnTo>
                  <a:pt x="0" y="3191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399608" y="1278579"/>
            <a:ext cx="351225" cy="349948"/>
          </a:xfrm>
          <a:custGeom>
            <a:avLst/>
            <a:gdLst/>
            <a:ahLst/>
            <a:cxnLst/>
            <a:rect r="r" b="b" t="t" l="l"/>
            <a:pathLst>
              <a:path h="349948" w="351225">
                <a:moveTo>
                  <a:pt x="0" y="0"/>
                </a:moveTo>
                <a:lnTo>
                  <a:pt x="351225" y="0"/>
                </a:lnTo>
                <a:lnTo>
                  <a:pt x="351225" y="349948"/>
                </a:lnTo>
                <a:lnTo>
                  <a:pt x="0" y="3499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42536" y="1243144"/>
            <a:ext cx="420818" cy="420818"/>
          </a:xfrm>
          <a:custGeom>
            <a:avLst/>
            <a:gdLst/>
            <a:ahLst/>
            <a:cxnLst/>
            <a:rect r="r" b="b" t="t" l="l"/>
            <a:pathLst>
              <a:path h="420818" w="420818">
                <a:moveTo>
                  <a:pt x="0" y="0"/>
                </a:moveTo>
                <a:lnTo>
                  <a:pt x="420818" y="0"/>
                </a:lnTo>
                <a:lnTo>
                  <a:pt x="420818" y="420819"/>
                </a:lnTo>
                <a:lnTo>
                  <a:pt x="0" y="4208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47569" y="1307821"/>
            <a:ext cx="5485216" cy="28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39"/>
              </a:lnSpc>
              <a:spcBef>
                <a:spcPct val="0"/>
              </a:spcBef>
            </a:pPr>
            <a:r>
              <a:rPr lang="en-US" b="true" sz="1799" u="none">
                <a:solidFill>
                  <a:srgbClr val="FFFFF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NGÀY: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46072" y="1307821"/>
            <a:ext cx="2010635" cy="24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FFFFF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ĐANG LÀM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85222" y="1307821"/>
            <a:ext cx="1587528" cy="24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FFFFF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DỪNG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598862" y="1307821"/>
            <a:ext cx="1441569" cy="24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FFFFF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HOÀN THÀNH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56710" y="1307821"/>
            <a:ext cx="1340574" cy="24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FFFFF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TÌNH TRẠNG:</a:t>
            </a:r>
          </a:p>
        </p:txBody>
      </p:sp>
      <p:sp>
        <p:nvSpPr>
          <p:cNvPr name="AutoShape 14" id="14"/>
          <p:cNvSpPr/>
          <p:nvPr/>
        </p:nvSpPr>
        <p:spPr>
          <a:xfrm rot="0">
            <a:off x="2092761" y="1619002"/>
            <a:ext cx="4815991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7750364" y="9130364"/>
            <a:ext cx="3405163" cy="24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079"/>
              </a:lnSpc>
              <a:spcBef>
                <a:spcPct val="0"/>
              </a:spcBef>
            </a:pPr>
            <a:r>
              <a:rPr lang="en-US" b="true" sz="1599" u="none">
                <a:solidFill>
                  <a:srgbClr val="020327"/>
                </a:solidFill>
                <a:latin typeface="Muli Semi-Bold"/>
                <a:ea typeface="Muli Semi-Bold"/>
                <a:cs typeface="Muli Semi-Bold"/>
                <a:sym typeface="Muli Semi-Bold"/>
                <a:hlinkClick r:id="rId9" action="ppaction://hlinksldjump"/>
              </a:rPr>
              <a:t>QUAY LẠI TRANG CHƯƠNG TRÌNH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74" t="-26666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88960" y="3260915"/>
            <a:ext cx="2616842" cy="2616842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722874" y="3260915"/>
            <a:ext cx="2616842" cy="2616842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804778" y="3432365"/>
            <a:ext cx="2616842" cy="2616842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</p:spPr>
        </p:sp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83944" y="3255899"/>
            <a:ext cx="2626872" cy="2626872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717859" y="3255899"/>
            <a:ext cx="2626872" cy="2626872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799762" y="3427349"/>
            <a:ext cx="2626872" cy="2626872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923048" y="6334956"/>
            <a:ext cx="4046598" cy="45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Giai đoạn 1 của dự án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2949" y="7220732"/>
            <a:ext cx="3068862" cy="77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Cập nhật lần cuối:</a:t>
            </a:r>
          </a:p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10 tháng 1 năm 2025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07996" y="6334956"/>
            <a:ext cx="4046598" cy="45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Giai đoạn 2 của dự án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34133" y="7220732"/>
            <a:ext cx="3117829" cy="77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Cập nhật lần cuối:</a:t>
            </a:r>
          </a:p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10 tháng 1 năm 2025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89900" y="6334956"/>
            <a:ext cx="4046598" cy="45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Giai đoạn 3 của dự án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54284" y="7220732"/>
            <a:ext cx="3117829" cy="77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Cập nhật lần cuối:</a:t>
            </a:r>
          </a:p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10 tháng 1 năm 2025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17003" y="1289942"/>
            <a:ext cx="3513697" cy="24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079"/>
              </a:lnSpc>
              <a:spcBef>
                <a:spcPct val="0"/>
              </a:spcBef>
            </a:pPr>
            <a:r>
              <a:rPr lang="en-US" b="true" sz="1599" u="none">
                <a:solidFill>
                  <a:srgbClr val="020327"/>
                </a:solidFill>
                <a:latin typeface="Muli Semi-Bold"/>
                <a:ea typeface="Muli Semi-Bold"/>
                <a:cs typeface="Muli Semi-Bold"/>
                <a:sym typeface="Muli Semi-Bold"/>
                <a:hlinkClick r:id="rId6" action="ppaction://hlinksldjump"/>
              </a:rPr>
              <a:t>QUAY LẠI TRANG CHƯƠNG TRÌNH</a:t>
            </a:r>
          </a:p>
        </p:txBody>
      </p:sp>
      <p:sp>
        <p:nvSpPr>
          <p:cNvPr name="AutoShape 19" id="19"/>
          <p:cNvSpPr/>
          <p:nvPr/>
        </p:nvSpPr>
        <p:spPr>
          <a:xfrm rot="5006">
            <a:off x="968483" y="2354433"/>
            <a:ext cx="16351034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1360960" y="789245"/>
            <a:ext cx="8115300" cy="1266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8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T</a:t>
            </a:r>
            <a:r>
              <a:rPr lang="en-US" sz="8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ình trạng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717825" y="9323720"/>
            <a:ext cx="3258797" cy="254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1"/>
              </a:lnSpc>
              <a:spcBef>
                <a:spcPct val="0"/>
              </a:spcBef>
            </a:pPr>
            <a:r>
              <a:rPr lang="en-US" b="true" sz="1601" spc="57">
                <a:solidFill>
                  <a:srgbClr val="FFFFF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KẾ HOẠCH DỰ ÁN</a:t>
            </a:r>
          </a:p>
        </p:txBody>
      </p:sp>
      <p:sp>
        <p:nvSpPr>
          <p:cNvPr name="AutoShape 22" id="22"/>
          <p:cNvSpPr/>
          <p:nvPr/>
        </p:nvSpPr>
        <p:spPr>
          <a:xfrm rot="5006">
            <a:off x="968483" y="8826464"/>
            <a:ext cx="16351034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360960" y="9280911"/>
            <a:ext cx="3956299" cy="359273"/>
            <a:chOff x="0" y="0"/>
            <a:chExt cx="5275065" cy="479030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930002" y="63429"/>
              <a:ext cx="4345063" cy="333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1"/>
                </a:lnSpc>
                <a:spcBef>
                  <a:spcPct val="0"/>
                </a:spcBef>
              </a:pPr>
              <a:r>
                <a:rPr lang="en-US" b="true" sz="1601" spc="57">
                  <a:solidFill>
                    <a:srgbClr val="FFFFFF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THÊM TÊN CÔNG TY</a:t>
              </a:r>
            </a:p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08000" cy="479030"/>
            </a:xfrm>
            <a:custGeom>
              <a:avLst/>
              <a:gdLst/>
              <a:ahLst/>
              <a:cxnLst/>
              <a:rect r="r" b="b" t="t" l="l"/>
              <a:pathLst>
                <a:path h="479030" w="608000">
                  <a:moveTo>
                    <a:pt x="0" y="0"/>
                  </a:moveTo>
                  <a:lnTo>
                    <a:pt x="608000" y="0"/>
                  </a:lnTo>
                  <a:lnTo>
                    <a:pt x="608000" y="479030"/>
                  </a:lnTo>
                  <a:lnTo>
                    <a:pt x="0" y="479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0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8478" y="2728289"/>
            <a:ext cx="16351044" cy="7087609"/>
            <a:chOff x="0" y="0"/>
            <a:chExt cx="10261564" cy="44480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61564" cy="4448032"/>
            </a:xfrm>
            <a:custGeom>
              <a:avLst/>
              <a:gdLst/>
              <a:ahLst/>
              <a:cxnLst/>
              <a:rect r="r" b="b" t="t" l="l"/>
              <a:pathLst>
                <a:path h="4448032" w="10261564">
                  <a:moveTo>
                    <a:pt x="10137104" y="4448032"/>
                  </a:moveTo>
                  <a:lnTo>
                    <a:pt x="124460" y="4448032"/>
                  </a:lnTo>
                  <a:cubicBezTo>
                    <a:pt x="55880" y="4448032"/>
                    <a:pt x="0" y="4392152"/>
                    <a:pt x="0" y="432357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0137104" y="0"/>
                  </a:lnTo>
                  <a:cubicBezTo>
                    <a:pt x="10205685" y="0"/>
                    <a:pt x="10261564" y="55880"/>
                    <a:pt x="10261564" y="124460"/>
                  </a:cubicBezTo>
                  <a:lnTo>
                    <a:pt x="10261564" y="4323572"/>
                  </a:lnTo>
                  <a:cubicBezTo>
                    <a:pt x="10261564" y="4392152"/>
                    <a:pt x="10205685" y="4448032"/>
                    <a:pt x="10137104" y="4448032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035786" y="4118558"/>
            <a:ext cx="2506383" cy="1315879"/>
            <a:chOff x="0" y="0"/>
            <a:chExt cx="1035847" cy="5438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35847" cy="543831"/>
            </a:xfrm>
            <a:custGeom>
              <a:avLst/>
              <a:gdLst/>
              <a:ahLst/>
              <a:cxnLst/>
              <a:rect r="r" b="b" t="t" l="l"/>
              <a:pathLst>
                <a:path h="543831" w="1035847">
                  <a:moveTo>
                    <a:pt x="0" y="0"/>
                  </a:moveTo>
                  <a:lnTo>
                    <a:pt x="1035847" y="0"/>
                  </a:lnTo>
                  <a:lnTo>
                    <a:pt x="1035847" y="543831"/>
                  </a:lnTo>
                  <a:lnTo>
                    <a:pt x="0" y="543831"/>
                  </a:lnTo>
                  <a:close/>
                </a:path>
              </a:pathLst>
            </a:custGeom>
            <a:solidFill>
              <a:srgbClr val="C7F83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035847" cy="57240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20327"/>
                  </a:solidFill>
                  <a:latin typeface="Muli"/>
                  <a:ea typeface="Muli"/>
                  <a:cs typeface="Muli"/>
                  <a:sym typeface="Muli"/>
                </a:rPr>
                <a:t>Viết ghi chú ở đây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048120" y="5026409"/>
            <a:ext cx="1966688" cy="196668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F1E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20327"/>
                  </a:solidFill>
                  <a:latin typeface="Muli"/>
                  <a:ea typeface="Muli"/>
                  <a:cs typeface="Muli"/>
                  <a:sym typeface="Muli"/>
                </a:rPr>
                <a:t>Viết ghi chú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20327"/>
                  </a:solidFill>
                  <a:latin typeface="Muli"/>
                  <a:ea typeface="Muli"/>
                  <a:cs typeface="Muli"/>
                  <a:sym typeface="Muli"/>
                </a:rPr>
                <a:t>ở đây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347819" y="370090"/>
            <a:ext cx="1990108" cy="199010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7F1E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20327"/>
                  </a:solidFill>
                  <a:latin typeface="Muli"/>
                  <a:ea typeface="Muli"/>
                  <a:cs typeface="Muli"/>
                  <a:sym typeface="Muli"/>
                </a:rPr>
                <a:t>Sao chép một ghi chú, kéo nó đến bảng, và viết ý tưởng của bạn.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541746" y="210256"/>
            <a:ext cx="2045347" cy="2149942"/>
            <a:chOff x="0" y="0"/>
            <a:chExt cx="958991" cy="10080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8991" cy="1008031"/>
            </a:xfrm>
            <a:custGeom>
              <a:avLst/>
              <a:gdLst/>
              <a:ahLst/>
              <a:cxnLst/>
              <a:rect r="r" b="b" t="t" l="l"/>
              <a:pathLst>
                <a:path h="1008031" w="958991">
                  <a:moveTo>
                    <a:pt x="479495" y="0"/>
                  </a:moveTo>
                  <a:cubicBezTo>
                    <a:pt x="214677" y="0"/>
                    <a:pt x="0" y="225656"/>
                    <a:pt x="0" y="504016"/>
                  </a:cubicBezTo>
                  <a:cubicBezTo>
                    <a:pt x="0" y="782376"/>
                    <a:pt x="214677" y="1008031"/>
                    <a:pt x="479495" y="1008031"/>
                  </a:cubicBezTo>
                  <a:cubicBezTo>
                    <a:pt x="744313" y="1008031"/>
                    <a:pt x="958991" y="782376"/>
                    <a:pt x="958991" y="504016"/>
                  </a:cubicBezTo>
                  <a:cubicBezTo>
                    <a:pt x="958991" y="225656"/>
                    <a:pt x="744313" y="0"/>
                    <a:pt x="479495" y="0"/>
                  </a:cubicBezTo>
                  <a:close/>
                </a:path>
              </a:pathLst>
            </a:custGeom>
            <a:solidFill>
              <a:srgbClr val="A34AB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89905" y="65928"/>
              <a:ext cx="779180" cy="847600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Sao chép ghi chú, kéo nó đến bảng, và viết ý tưởng của bạn.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09130" y="8435205"/>
            <a:ext cx="15669740" cy="1115197"/>
            <a:chOff x="0" y="0"/>
            <a:chExt cx="11821477" cy="84132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821478" cy="841321"/>
            </a:xfrm>
            <a:custGeom>
              <a:avLst/>
              <a:gdLst/>
              <a:ahLst/>
              <a:cxnLst/>
              <a:rect r="r" b="b" t="t" l="l"/>
              <a:pathLst>
                <a:path h="841321" w="11821478">
                  <a:moveTo>
                    <a:pt x="14822" y="0"/>
                  </a:moveTo>
                  <a:lnTo>
                    <a:pt x="11806655" y="0"/>
                  </a:lnTo>
                  <a:cubicBezTo>
                    <a:pt x="11814842" y="0"/>
                    <a:pt x="11821478" y="6636"/>
                    <a:pt x="11821478" y="14822"/>
                  </a:cubicBezTo>
                  <a:lnTo>
                    <a:pt x="11821478" y="826499"/>
                  </a:lnTo>
                  <a:cubicBezTo>
                    <a:pt x="11821478" y="834685"/>
                    <a:pt x="11814842" y="841321"/>
                    <a:pt x="11806655" y="841321"/>
                  </a:cubicBezTo>
                  <a:lnTo>
                    <a:pt x="14822" y="841321"/>
                  </a:lnTo>
                  <a:cubicBezTo>
                    <a:pt x="6636" y="841321"/>
                    <a:pt x="0" y="834685"/>
                    <a:pt x="0" y="826499"/>
                  </a:cubicBezTo>
                  <a:lnTo>
                    <a:pt x="0" y="14822"/>
                  </a:lnTo>
                  <a:cubicBezTo>
                    <a:pt x="0" y="6636"/>
                    <a:pt x="6636" y="0"/>
                    <a:pt x="14822" y="0"/>
                  </a:cubicBezTo>
                  <a:close/>
                </a:path>
              </a:pathLst>
            </a:custGeom>
            <a:solidFill>
              <a:srgbClr val="FFFFFF">
                <a:alpha val="69804"/>
              </a:srgbClr>
            </a:solidFill>
            <a:ln cap="rnd">
              <a:noFill/>
              <a:prstDash val="sysDot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1821477" cy="86989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520"/>
                </a:lnSpc>
              </a:pPr>
              <a:r>
                <a:rPr lang="en-US" sz="1800" b="true">
                  <a:solidFill>
                    <a:srgbClr val="020327">
                      <a:alpha val="69804"/>
                    </a:srgbClr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Mẹo:</a:t>
              </a:r>
              <a:r>
                <a:rPr lang="en-US" sz="1800">
                  <a:solidFill>
                    <a:srgbClr val="020327">
                      <a:alpha val="69804"/>
                    </a:srgbClr>
                  </a:solidFill>
                  <a:latin typeface="Muli"/>
                  <a:ea typeface="Muli"/>
                  <a:cs typeface="Muli"/>
                  <a:sym typeface="Muli"/>
                </a:rPr>
                <a:t> Cộng tác khiến cho quá trình làm việc nhóm dễ dàng hơn! Nhấp "Chia sẻ" và mời các thành viên chung </a:t>
              </a:r>
              <a:r>
                <a:rPr lang="en-US" sz="1800">
                  <a:solidFill>
                    <a:srgbClr val="020327">
                      <a:alpha val="69804"/>
                    </a:srgbClr>
                  </a:solidFill>
                  <a:latin typeface="Muli"/>
                  <a:ea typeface="Muli"/>
                  <a:cs typeface="Muli"/>
                  <a:sym typeface="Muli"/>
                </a:rPr>
                <a:t>nhóm của bạn cùng điền vào đây. Sử dụng bảng trắng này để ghi lại các thông báo, ý tưởng, động não và các ý tưởng thú vị khác của nhóm.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3868796" y="1157291"/>
            <a:ext cx="3450726" cy="24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079"/>
              </a:lnSpc>
              <a:spcBef>
                <a:spcPct val="0"/>
              </a:spcBef>
            </a:pPr>
            <a:r>
              <a:rPr lang="en-US" b="true" sz="1599" u="none">
                <a:solidFill>
                  <a:srgbClr val="020327"/>
                </a:solidFill>
                <a:latin typeface="Muli Semi-Bold"/>
                <a:ea typeface="Muli Semi-Bold"/>
                <a:cs typeface="Muli Semi-Bold"/>
                <a:sym typeface="Muli Semi-Bold"/>
                <a:hlinkClick r:id="rId2" action="ppaction://hlinksldjump"/>
              </a:rPr>
              <a:t>QUAY LẠI TRANG CHƯƠNG TRÌNH</a:t>
            </a:r>
          </a:p>
        </p:txBody>
      </p:sp>
      <p:sp>
        <p:nvSpPr>
          <p:cNvPr name="AutoShape 20" id="20"/>
          <p:cNvSpPr/>
          <p:nvPr/>
        </p:nvSpPr>
        <p:spPr>
          <a:xfrm rot="5006">
            <a:off x="968483" y="2487742"/>
            <a:ext cx="16351034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360960" y="723277"/>
            <a:ext cx="7783040" cy="11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80"/>
              </a:lnSpc>
            </a:pPr>
            <a:r>
              <a:rPr lang="en-US" sz="7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Trang Bảng trắng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60960" y="3096190"/>
            <a:ext cx="1022368" cy="1022368"/>
            <a:chOff x="0" y="0"/>
            <a:chExt cx="1363157" cy="1363157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363157" cy="1363157"/>
              <a:chOff x="0" y="0"/>
              <a:chExt cx="6350000" cy="6350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31765"/>
                </a:srgbClr>
              </a:solidFill>
            </p:spPr>
          </p:sp>
        </p:grpSp>
        <p:grpSp>
          <p:nvGrpSpPr>
            <p:cNvPr name="Group 25" id="25"/>
            <p:cNvGrpSpPr>
              <a:grpSpLocks noChangeAspect="true"/>
            </p:cNvGrpSpPr>
            <p:nvPr/>
          </p:nvGrpSpPr>
          <p:grpSpPr>
            <a:xfrm rot="0">
              <a:off x="120063" y="120065"/>
              <a:ext cx="1123031" cy="1123027"/>
              <a:chOff x="0" y="0"/>
              <a:chExt cx="6350000" cy="6349975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0" t="-24859" r="0" b="-24859"/>
                </a:stretch>
              </a:blipFill>
            </p:spPr>
          </p:sp>
        </p:grpSp>
      </p:grpSp>
      <p:grpSp>
        <p:nvGrpSpPr>
          <p:cNvPr name="Group 27" id="27"/>
          <p:cNvGrpSpPr/>
          <p:nvPr/>
        </p:nvGrpSpPr>
        <p:grpSpPr>
          <a:xfrm rot="0">
            <a:off x="1360960" y="4389059"/>
            <a:ext cx="1022368" cy="1022368"/>
            <a:chOff x="0" y="0"/>
            <a:chExt cx="1363157" cy="1363157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363157" cy="1363157"/>
              <a:chOff x="0" y="0"/>
              <a:chExt cx="6350000" cy="6350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31765"/>
                </a:srgbClr>
              </a:solidFill>
            </p:spPr>
          </p:sp>
        </p:grpSp>
        <p:grpSp>
          <p:nvGrpSpPr>
            <p:cNvPr name="Group 30" id="30"/>
            <p:cNvGrpSpPr>
              <a:grpSpLocks noChangeAspect="true"/>
            </p:cNvGrpSpPr>
            <p:nvPr/>
          </p:nvGrpSpPr>
          <p:grpSpPr>
            <a:xfrm rot="0">
              <a:off x="120063" y="120065"/>
              <a:ext cx="1123031" cy="1123027"/>
              <a:chOff x="0" y="0"/>
              <a:chExt cx="6350000" cy="6349975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0" t="-25000" r="0" b="-25000"/>
                </a:stretch>
              </a:blipFill>
            </p:spPr>
          </p:sp>
        </p:grpSp>
      </p:grpSp>
      <p:grpSp>
        <p:nvGrpSpPr>
          <p:cNvPr name="Group 32" id="32"/>
          <p:cNvGrpSpPr/>
          <p:nvPr/>
        </p:nvGrpSpPr>
        <p:grpSpPr>
          <a:xfrm rot="0">
            <a:off x="1360960" y="5678126"/>
            <a:ext cx="1022368" cy="1022368"/>
            <a:chOff x="0" y="0"/>
            <a:chExt cx="1363157" cy="1363157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363157" cy="1363157"/>
              <a:chOff x="0" y="0"/>
              <a:chExt cx="6350000" cy="63500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31765"/>
                </a:srgbClr>
              </a:solidFill>
            </p:spPr>
          </p:sp>
        </p:grpSp>
        <p:grpSp>
          <p:nvGrpSpPr>
            <p:cNvPr name="Group 35" id="35"/>
            <p:cNvGrpSpPr>
              <a:grpSpLocks noChangeAspect="true"/>
            </p:cNvGrpSpPr>
            <p:nvPr/>
          </p:nvGrpSpPr>
          <p:grpSpPr>
            <a:xfrm rot="0">
              <a:off x="120063" y="120065"/>
              <a:ext cx="1123031" cy="1123027"/>
              <a:chOff x="0" y="0"/>
              <a:chExt cx="6350000" cy="6349975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0" t="0" r="0" b="-50000"/>
                </a:stretch>
              </a:blipFill>
            </p:spPr>
          </p:sp>
        </p:grpSp>
      </p:grpSp>
      <p:grpSp>
        <p:nvGrpSpPr>
          <p:cNvPr name="Group 37" id="37"/>
          <p:cNvGrpSpPr/>
          <p:nvPr/>
        </p:nvGrpSpPr>
        <p:grpSpPr>
          <a:xfrm rot="0">
            <a:off x="13184018" y="6466441"/>
            <a:ext cx="1053312" cy="1053312"/>
            <a:chOff x="0" y="0"/>
            <a:chExt cx="1404416" cy="1404416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1404416" cy="1404416"/>
              <a:chOff x="0" y="0"/>
              <a:chExt cx="6350000" cy="63500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31765"/>
                </a:srgbClr>
              </a:solidFill>
            </p:spPr>
          </p:sp>
        </p:grpSp>
        <p:grpSp>
          <p:nvGrpSpPr>
            <p:cNvPr name="Group 40" id="40"/>
            <p:cNvGrpSpPr>
              <a:grpSpLocks noChangeAspect="true"/>
            </p:cNvGrpSpPr>
            <p:nvPr/>
          </p:nvGrpSpPr>
          <p:grpSpPr>
            <a:xfrm rot="0">
              <a:off x="123697" y="123699"/>
              <a:ext cx="1157023" cy="1157018"/>
              <a:chOff x="0" y="0"/>
              <a:chExt cx="6350000" cy="6349975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0" t="-7736" r="0" b="-42263"/>
                </a:stretch>
              </a:blipFill>
            </p:spPr>
          </p:sp>
        </p:grpSp>
      </p:grpSp>
      <p:grpSp>
        <p:nvGrpSpPr>
          <p:cNvPr name="Group 42" id="42"/>
          <p:cNvGrpSpPr/>
          <p:nvPr/>
        </p:nvGrpSpPr>
        <p:grpSpPr>
          <a:xfrm rot="0">
            <a:off x="8076746" y="4873032"/>
            <a:ext cx="1059530" cy="1059530"/>
            <a:chOff x="0" y="0"/>
            <a:chExt cx="1412706" cy="1412706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1412706" cy="1412706"/>
              <a:chOff x="0" y="0"/>
              <a:chExt cx="6350000" cy="63500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31765"/>
                </a:srgbClr>
              </a:solidFill>
            </p:spPr>
          </p:sp>
        </p:grpSp>
        <p:grpSp>
          <p:nvGrpSpPr>
            <p:cNvPr name="Group 45" id="45"/>
            <p:cNvGrpSpPr>
              <a:grpSpLocks noChangeAspect="true"/>
            </p:cNvGrpSpPr>
            <p:nvPr/>
          </p:nvGrpSpPr>
          <p:grpSpPr>
            <a:xfrm rot="0">
              <a:off x="124427" y="124429"/>
              <a:ext cx="1163852" cy="1163848"/>
              <a:chOff x="0" y="0"/>
              <a:chExt cx="6350000" cy="6349975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0" t="-14439" r="0" b="-35561"/>
                </a:stretch>
              </a:blipFill>
            </p:spPr>
          </p:sp>
        </p:grp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0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19252" y="3497588"/>
            <a:ext cx="3523234" cy="1500320"/>
            <a:chOff x="0" y="0"/>
            <a:chExt cx="812800" cy="3461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346119"/>
            </a:xfrm>
            <a:custGeom>
              <a:avLst/>
              <a:gdLst/>
              <a:ahLst/>
              <a:cxnLst/>
              <a:rect r="r" b="b" t="t" l="l"/>
              <a:pathLst>
                <a:path h="346119" w="812800">
                  <a:moveTo>
                    <a:pt x="72514" y="0"/>
                  </a:moveTo>
                  <a:lnTo>
                    <a:pt x="740286" y="0"/>
                  </a:lnTo>
                  <a:cubicBezTo>
                    <a:pt x="759518" y="0"/>
                    <a:pt x="777962" y="7640"/>
                    <a:pt x="791561" y="21239"/>
                  </a:cubicBezTo>
                  <a:cubicBezTo>
                    <a:pt x="805160" y="34838"/>
                    <a:pt x="812800" y="53282"/>
                    <a:pt x="812800" y="72514"/>
                  </a:cubicBezTo>
                  <a:lnTo>
                    <a:pt x="812800" y="273606"/>
                  </a:lnTo>
                  <a:cubicBezTo>
                    <a:pt x="812800" y="292837"/>
                    <a:pt x="805160" y="311282"/>
                    <a:pt x="791561" y="324881"/>
                  </a:cubicBezTo>
                  <a:cubicBezTo>
                    <a:pt x="777962" y="338480"/>
                    <a:pt x="759518" y="346119"/>
                    <a:pt x="740286" y="346119"/>
                  </a:cubicBezTo>
                  <a:lnTo>
                    <a:pt x="72514" y="346119"/>
                  </a:lnTo>
                  <a:cubicBezTo>
                    <a:pt x="53282" y="346119"/>
                    <a:pt x="34838" y="338480"/>
                    <a:pt x="21239" y="324881"/>
                  </a:cubicBezTo>
                  <a:cubicBezTo>
                    <a:pt x="7640" y="311282"/>
                    <a:pt x="0" y="292837"/>
                    <a:pt x="0" y="273606"/>
                  </a:cubicBezTo>
                  <a:lnTo>
                    <a:pt x="0" y="72514"/>
                  </a:lnTo>
                  <a:cubicBezTo>
                    <a:pt x="0" y="53282"/>
                    <a:pt x="7640" y="34838"/>
                    <a:pt x="21239" y="21239"/>
                  </a:cubicBezTo>
                  <a:cubicBezTo>
                    <a:pt x="34838" y="7640"/>
                    <a:pt x="53282" y="0"/>
                    <a:pt x="72514" y="0"/>
                  </a:cubicBezTo>
                  <a:close/>
                </a:path>
              </a:pathLst>
            </a:custGeom>
            <a:solidFill>
              <a:srgbClr val="C7F837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3842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20327"/>
                  </a:solidFill>
                  <a:latin typeface="Muli"/>
                  <a:ea typeface="Muli"/>
                  <a:cs typeface="Muli"/>
                  <a:sym typeface="Muli"/>
                </a:rPr>
                <a:t>Thêm chủ đề chính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40581" y="3702587"/>
            <a:ext cx="1742542" cy="1090322"/>
            <a:chOff x="0" y="0"/>
            <a:chExt cx="851072" cy="5325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51072" cy="532522"/>
            </a:xfrm>
            <a:custGeom>
              <a:avLst/>
              <a:gdLst/>
              <a:ahLst/>
              <a:cxnLst/>
              <a:rect r="r" b="b" t="t" l="l"/>
              <a:pathLst>
                <a:path h="532522" w="851072">
                  <a:moveTo>
                    <a:pt x="48872" y="0"/>
                  </a:moveTo>
                  <a:lnTo>
                    <a:pt x="802200" y="0"/>
                  </a:lnTo>
                  <a:cubicBezTo>
                    <a:pt x="829191" y="0"/>
                    <a:pt x="851072" y="21881"/>
                    <a:pt x="851072" y="48872"/>
                  </a:cubicBezTo>
                  <a:lnTo>
                    <a:pt x="851072" y="483650"/>
                  </a:lnTo>
                  <a:cubicBezTo>
                    <a:pt x="851072" y="510642"/>
                    <a:pt x="829191" y="532522"/>
                    <a:pt x="802200" y="532522"/>
                  </a:cubicBezTo>
                  <a:lnTo>
                    <a:pt x="48872" y="532522"/>
                  </a:lnTo>
                  <a:cubicBezTo>
                    <a:pt x="21881" y="532522"/>
                    <a:pt x="0" y="510642"/>
                    <a:pt x="0" y="483650"/>
                  </a:cubicBezTo>
                  <a:lnTo>
                    <a:pt x="0" y="48872"/>
                  </a:lnTo>
                  <a:cubicBezTo>
                    <a:pt x="0" y="21881"/>
                    <a:pt x="21881" y="0"/>
                    <a:pt x="48872" y="0"/>
                  </a:cubicBezTo>
                  <a:close/>
                </a:path>
              </a:pathLst>
            </a:custGeom>
            <a:solidFill>
              <a:srgbClr val="17F1E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851072" cy="561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sz="1500" u="none">
                  <a:solidFill>
                    <a:srgbClr val="020327"/>
                  </a:solidFill>
                  <a:latin typeface="Muli"/>
                  <a:ea typeface="Muli"/>
                  <a:cs typeface="Muli"/>
                  <a:sym typeface="Muli"/>
                </a:rPr>
                <a:t>Thêm ý tưởng</a:t>
              </a:r>
            </a:p>
            <a:p>
              <a:pPr algn="ctr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sz="1500" u="none">
                  <a:solidFill>
                    <a:srgbClr val="020327"/>
                  </a:solidFill>
                  <a:latin typeface="Muli"/>
                  <a:ea typeface="Muli"/>
                  <a:cs typeface="Muli"/>
                  <a:sym typeface="Muli"/>
                </a:rPr>
                <a:t>liên quan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13228" y="1692634"/>
            <a:ext cx="1935282" cy="1090322"/>
            <a:chOff x="0" y="0"/>
            <a:chExt cx="945208" cy="5325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45208" cy="532522"/>
            </a:xfrm>
            <a:custGeom>
              <a:avLst/>
              <a:gdLst/>
              <a:ahLst/>
              <a:cxnLst/>
              <a:rect r="r" b="b" t="t" l="l"/>
              <a:pathLst>
                <a:path h="532522" w="945208">
                  <a:moveTo>
                    <a:pt x="44004" y="0"/>
                  </a:moveTo>
                  <a:lnTo>
                    <a:pt x="901203" y="0"/>
                  </a:lnTo>
                  <a:cubicBezTo>
                    <a:pt x="912874" y="0"/>
                    <a:pt x="924067" y="4636"/>
                    <a:pt x="932319" y="12889"/>
                  </a:cubicBezTo>
                  <a:cubicBezTo>
                    <a:pt x="940572" y="21141"/>
                    <a:pt x="945208" y="32334"/>
                    <a:pt x="945208" y="44004"/>
                  </a:cubicBezTo>
                  <a:lnTo>
                    <a:pt x="945208" y="488518"/>
                  </a:lnTo>
                  <a:cubicBezTo>
                    <a:pt x="945208" y="500188"/>
                    <a:pt x="940572" y="511381"/>
                    <a:pt x="932319" y="519634"/>
                  </a:cubicBezTo>
                  <a:cubicBezTo>
                    <a:pt x="924067" y="527886"/>
                    <a:pt x="912874" y="532522"/>
                    <a:pt x="901203" y="532522"/>
                  </a:cubicBezTo>
                  <a:lnTo>
                    <a:pt x="44004" y="532522"/>
                  </a:lnTo>
                  <a:cubicBezTo>
                    <a:pt x="32334" y="532522"/>
                    <a:pt x="21141" y="527886"/>
                    <a:pt x="12889" y="519634"/>
                  </a:cubicBezTo>
                  <a:cubicBezTo>
                    <a:pt x="4636" y="511381"/>
                    <a:pt x="0" y="500188"/>
                    <a:pt x="0" y="488518"/>
                  </a:cubicBezTo>
                  <a:lnTo>
                    <a:pt x="0" y="44004"/>
                  </a:lnTo>
                  <a:cubicBezTo>
                    <a:pt x="0" y="32334"/>
                    <a:pt x="4636" y="21141"/>
                    <a:pt x="12889" y="12889"/>
                  </a:cubicBezTo>
                  <a:cubicBezTo>
                    <a:pt x="21141" y="4636"/>
                    <a:pt x="32334" y="0"/>
                    <a:pt x="44004" y="0"/>
                  </a:cubicBezTo>
                  <a:close/>
                </a:path>
              </a:pathLst>
            </a:custGeom>
            <a:solidFill>
              <a:srgbClr val="17F1E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45208" cy="561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20327"/>
                  </a:solidFill>
                  <a:latin typeface="Muli"/>
                  <a:ea typeface="Muli"/>
                  <a:cs typeface="Muli"/>
                  <a:sym typeface="Muli"/>
                </a:rPr>
                <a:t>Thêm ý tưởng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20327"/>
                  </a:solidFill>
                  <a:latin typeface="Muli"/>
                  <a:ea typeface="Muli"/>
                  <a:cs typeface="Muli"/>
                  <a:sym typeface="Muli"/>
                </a:rPr>
                <a:t>liên quan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88205" y="6561504"/>
            <a:ext cx="1985329" cy="1090322"/>
            <a:chOff x="0" y="0"/>
            <a:chExt cx="969651" cy="5325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9651" cy="532522"/>
            </a:xfrm>
            <a:custGeom>
              <a:avLst/>
              <a:gdLst/>
              <a:ahLst/>
              <a:cxnLst/>
              <a:rect r="r" b="b" t="t" l="l"/>
              <a:pathLst>
                <a:path h="532522" w="969651">
                  <a:moveTo>
                    <a:pt x="42895" y="0"/>
                  </a:moveTo>
                  <a:lnTo>
                    <a:pt x="926755" y="0"/>
                  </a:lnTo>
                  <a:cubicBezTo>
                    <a:pt x="938132" y="0"/>
                    <a:pt x="949043" y="4519"/>
                    <a:pt x="957087" y="12564"/>
                  </a:cubicBezTo>
                  <a:cubicBezTo>
                    <a:pt x="965131" y="20608"/>
                    <a:pt x="969651" y="31519"/>
                    <a:pt x="969651" y="42895"/>
                  </a:cubicBezTo>
                  <a:lnTo>
                    <a:pt x="969651" y="489627"/>
                  </a:lnTo>
                  <a:cubicBezTo>
                    <a:pt x="969651" y="501003"/>
                    <a:pt x="965131" y="511914"/>
                    <a:pt x="957087" y="519958"/>
                  </a:cubicBezTo>
                  <a:cubicBezTo>
                    <a:pt x="949043" y="528003"/>
                    <a:pt x="938132" y="532522"/>
                    <a:pt x="926755" y="532522"/>
                  </a:cubicBezTo>
                  <a:lnTo>
                    <a:pt x="42895" y="532522"/>
                  </a:lnTo>
                  <a:cubicBezTo>
                    <a:pt x="31519" y="532522"/>
                    <a:pt x="20608" y="528003"/>
                    <a:pt x="12564" y="519958"/>
                  </a:cubicBezTo>
                  <a:cubicBezTo>
                    <a:pt x="4519" y="511914"/>
                    <a:pt x="0" y="501003"/>
                    <a:pt x="0" y="489627"/>
                  </a:cubicBezTo>
                  <a:lnTo>
                    <a:pt x="0" y="42895"/>
                  </a:lnTo>
                  <a:cubicBezTo>
                    <a:pt x="0" y="31519"/>
                    <a:pt x="4519" y="20608"/>
                    <a:pt x="12564" y="12564"/>
                  </a:cubicBezTo>
                  <a:cubicBezTo>
                    <a:pt x="20608" y="4519"/>
                    <a:pt x="31519" y="0"/>
                    <a:pt x="42895" y="0"/>
                  </a:cubicBezTo>
                  <a:close/>
                </a:path>
              </a:pathLst>
            </a:custGeom>
            <a:solidFill>
              <a:srgbClr val="17F1E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69651" cy="561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sz="1500" u="none">
                  <a:solidFill>
                    <a:srgbClr val="020327"/>
                  </a:solidFill>
                  <a:latin typeface="Muli"/>
                  <a:ea typeface="Muli"/>
                  <a:cs typeface="Muli"/>
                  <a:sym typeface="Muli"/>
                </a:rPr>
                <a:t>Thêm ý tưởng</a:t>
              </a:r>
            </a:p>
            <a:p>
              <a:pPr algn="ctr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sz="1500" u="none">
                  <a:solidFill>
                    <a:srgbClr val="020327"/>
                  </a:solidFill>
                  <a:latin typeface="Muli"/>
                  <a:ea typeface="Muli"/>
                  <a:cs typeface="Muli"/>
                  <a:sym typeface="Muli"/>
                </a:rPr>
                <a:t>liên quan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949326" y="4997908"/>
            <a:ext cx="1742542" cy="1090322"/>
            <a:chOff x="0" y="0"/>
            <a:chExt cx="851072" cy="5325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51072" cy="532522"/>
            </a:xfrm>
            <a:custGeom>
              <a:avLst/>
              <a:gdLst/>
              <a:ahLst/>
              <a:cxnLst/>
              <a:rect r="r" b="b" t="t" l="l"/>
              <a:pathLst>
                <a:path h="532522" w="851072">
                  <a:moveTo>
                    <a:pt x="48872" y="0"/>
                  </a:moveTo>
                  <a:lnTo>
                    <a:pt x="802200" y="0"/>
                  </a:lnTo>
                  <a:cubicBezTo>
                    <a:pt x="829191" y="0"/>
                    <a:pt x="851072" y="21881"/>
                    <a:pt x="851072" y="48872"/>
                  </a:cubicBezTo>
                  <a:lnTo>
                    <a:pt x="851072" y="483650"/>
                  </a:lnTo>
                  <a:cubicBezTo>
                    <a:pt x="851072" y="510642"/>
                    <a:pt x="829191" y="532522"/>
                    <a:pt x="802200" y="532522"/>
                  </a:cubicBezTo>
                  <a:lnTo>
                    <a:pt x="48872" y="532522"/>
                  </a:lnTo>
                  <a:cubicBezTo>
                    <a:pt x="21881" y="532522"/>
                    <a:pt x="0" y="510642"/>
                    <a:pt x="0" y="483650"/>
                  </a:cubicBezTo>
                  <a:lnTo>
                    <a:pt x="0" y="48872"/>
                  </a:lnTo>
                  <a:cubicBezTo>
                    <a:pt x="0" y="21881"/>
                    <a:pt x="21881" y="0"/>
                    <a:pt x="48872" y="0"/>
                  </a:cubicBezTo>
                  <a:close/>
                </a:path>
              </a:pathLst>
            </a:custGeom>
            <a:solidFill>
              <a:srgbClr val="17F1EA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51072" cy="561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sz="1500" u="none">
                  <a:solidFill>
                    <a:srgbClr val="020327"/>
                  </a:solidFill>
                  <a:latin typeface="Muli"/>
                  <a:ea typeface="Muli"/>
                  <a:cs typeface="Muli"/>
                  <a:sym typeface="Muli"/>
                </a:rPr>
                <a:t>Thêm ý tưởng</a:t>
              </a:r>
            </a:p>
            <a:p>
              <a:pPr algn="ctr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sz="1500" u="none">
                  <a:solidFill>
                    <a:srgbClr val="020327"/>
                  </a:solidFill>
                  <a:latin typeface="Muli"/>
                  <a:ea typeface="Muli"/>
                  <a:cs typeface="Muli"/>
                  <a:sym typeface="Muli"/>
                </a:rPr>
                <a:t>liên quan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0942486" y="4247748"/>
            <a:ext cx="1006841" cy="1295321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8" id="18"/>
          <p:cNvSpPr/>
          <p:nvPr/>
        </p:nvSpPr>
        <p:spPr>
          <a:xfrm flipH="true">
            <a:off x="6283123" y="4247748"/>
            <a:ext cx="1136129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9" id="19"/>
          <p:cNvSpPr/>
          <p:nvPr/>
        </p:nvSpPr>
        <p:spPr>
          <a:xfrm flipV="true">
            <a:off x="9180869" y="2782956"/>
            <a:ext cx="0" cy="714632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0" id="20"/>
          <p:cNvSpPr/>
          <p:nvPr/>
        </p:nvSpPr>
        <p:spPr>
          <a:xfrm>
            <a:off x="9180869" y="4997908"/>
            <a:ext cx="0" cy="1563596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1" id="21"/>
          <p:cNvGrpSpPr/>
          <p:nvPr/>
        </p:nvGrpSpPr>
        <p:grpSpPr>
          <a:xfrm rot="0">
            <a:off x="11833451" y="1775634"/>
            <a:ext cx="2272258" cy="895485"/>
            <a:chOff x="0" y="0"/>
            <a:chExt cx="1109790" cy="43736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9790" cy="437362"/>
            </a:xfrm>
            <a:custGeom>
              <a:avLst/>
              <a:gdLst/>
              <a:ahLst/>
              <a:cxnLst/>
              <a:rect r="r" b="b" t="t" l="l"/>
              <a:pathLst>
                <a:path h="437362" w="1109790">
                  <a:moveTo>
                    <a:pt x="34071" y="0"/>
                  </a:moveTo>
                  <a:lnTo>
                    <a:pt x="1075718" y="0"/>
                  </a:lnTo>
                  <a:cubicBezTo>
                    <a:pt x="1084754" y="0"/>
                    <a:pt x="1093421" y="3590"/>
                    <a:pt x="1099810" y="9979"/>
                  </a:cubicBezTo>
                  <a:cubicBezTo>
                    <a:pt x="1106200" y="16369"/>
                    <a:pt x="1109790" y="25035"/>
                    <a:pt x="1109790" y="34071"/>
                  </a:cubicBezTo>
                  <a:lnTo>
                    <a:pt x="1109790" y="403291"/>
                  </a:lnTo>
                  <a:cubicBezTo>
                    <a:pt x="1109790" y="422108"/>
                    <a:pt x="1094535" y="437362"/>
                    <a:pt x="1075718" y="437362"/>
                  </a:cubicBezTo>
                  <a:lnTo>
                    <a:pt x="34071" y="437362"/>
                  </a:lnTo>
                  <a:cubicBezTo>
                    <a:pt x="15254" y="437362"/>
                    <a:pt x="0" y="422108"/>
                    <a:pt x="0" y="403291"/>
                  </a:cubicBezTo>
                  <a:lnTo>
                    <a:pt x="0" y="34071"/>
                  </a:lnTo>
                  <a:cubicBezTo>
                    <a:pt x="0" y="15254"/>
                    <a:pt x="15254" y="0"/>
                    <a:pt x="34071" y="0"/>
                  </a:cubicBezTo>
                  <a:close/>
                </a:path>
              </a:pathLst>
            </a:custGeom>
            <a:solidFill>
              <a:srgbClr val="A34ABD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1109790" cy="465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sz="1500" u="none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Thêm ý tưởng phụ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 flipV="true">
            <a:off x="10148510" y="2223376"/>
            <a:ext cx="1684941" cy="14419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5" id="25"/>
          <p:cNvGrpSpPr/>
          <p:nvPr/>
        </p:nvGrpSpPr>
        <p:grpSpPr>
          <a:xfrm rot="0">
            <a:off x="11826384" y="3036896"/>
            <a:ext cx="2272258" cy="895485"/>
            <a:chOff x="0" y="0"/>
            <a:chExt cx="1109790" cy="43736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09790" cy="437362"/>
            </a:xfrm>
            <a:custGeom>
              <a:avLst/>
              <a:gdLst/>
              <a:ahLst/>
              <a:cxnLst/>
              <a:rect r="r" b="b" t="t" l="l"/>
              <a:pathLst>
                <a:path h="437362" w="1109790">
                  <a:moveTo>
                    <a:pt x="34071" y="0"/>
                  </a:moveTo>
                  <a:lnTo>
                    <a:pt x="1075718" y="0"/>
                  </a:lnTo>
                  <a:cubicBezTo>
                    <a:pt x="1084754" y="0"/>
                    <a:pt x="1093421" y="3590"/>
                    <a:pt x="1099810" y="9979"/>
                  </a:cubicBezTo>
                  <a:cubicBezTo>
                    <a:pt x="1106200" y="16369"/>
                    <a:pt x="1109790" y="25035"/>
                    <a:pt x="1109790" y="34071"/>
                  </a:cubicBezTo>
                  <a:lnTo>
                    <a:pt x="1109790" y="403291"/>
                  </a:lnTo>
                  <a:cubicBezTo>
                    <a:pt x="1109790" y="422108"/>
                    <a:pt x="1094535" y="437362"/>
                    <a:pt x="1075718" y="437362"/>
                  </a:cubicBezTo>
                  <a:lnTo>
                    <a:pt x="34071" y="437362"/>
                  </a:lnTo>
                  <a:cubicBezTo>
                    <a:pt x="15254" y="437362"/>
                    <a:pt x="0" y="422108"/>
                    <a:pt x="0" y="403291"/>
                  </a:cubicBezTo>
                  <a:lnTo>
                    <a:pt x="0" y="34071"/>
                  </a:lnTo>
                  <a:cubicBezTo>
                    <a:pt x="0" y="15254"/>
                    <a:pt x="15254" y="0"/>
                    <a:pt x="34071" y="0"/>
                  </a:cubicBezTo>
                  <a:close/>
                </a:path>
              </a:pathLst>
            </a:custGeom>
            <a:solidFill>
              <a:srgbClr val="A34ABD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109790" cy="465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Thêm ý tưởng phụ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 flipV="true">
            <a:off x="10942486" y="3484639"/>
            <a:ext cx="883899" cy="763109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9" id="29"/>
          <p:cNvGrpSpPr/>
          <p:nvPr/>
        </p:nvGrpSpPr>
        <p:grpSpPr>
          <a:xfrm rot="0">
            <a:off x="14833253" y="2536046"/>
            <a:ext cx="2272258" cy="895485"/>
            <a:chOff x="0" y="0"/>
            <a:chExt cx="1109790" cy="43736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09790" cy="437362"/>
            </a:xfrm>
            <a:custGeom>
              <a:avLst/>
              <a:gdLst/>
              <a:ahLst/>
              <a:cxnLst/>
              <a:rect r="r" b="b" t="t" l="l"/>
              <a:pathLst>
                <a:path h="437362" w="1109790">
                  <a:moveTo>
                    <a:pt x="34071" y="0"/>
                  </a:moveTo>
                  <a:lnTo>
                    <a:pt x="1075718" y="0"/>
                  </a:lnTo>
                  <a:cubicBezTo>
                    <a:pt x="1084754" y="0"/>
                    <a:pt x="1093421" y="3590"/>
                    <a:pt x="1099810" y="9979"/>
                  </a:cubicBezTo>
                  <a:cubicBezTo>
                    <a:pt x="1106200" y="16369"/>
                    <a:pt x="1109790" y="25035"/>
                    <a:pt x="1109790" y="34071"/>
                  </a:cubicBezTo>
                  <a:lnTo>
                    <a:pt x="1109790" y="403291"/>
                  </a:lnTo>
                  <a:cubicBezTo>
                    <a:pt x="1109790" y="422108"/>
                    <a:pt x="1094535" y="437362"/>
                    <a:pt x="1075718" y="437362"/>
                  </a:cubicBezTo>
                  <a:lnTo>
                    <a:pt x="34071" y="437362"/>
                  </a:lnTo>
                  <a:cubicBezTo>
                    <a:pt x="15254" y="437362"/>
                    <a:pt x="0" y="422108"/>
                    <a:pt x="0" y="403291"/>
                  </a:cubicBezTo>
                  <a:lnTo>
                    <a:pt x="0" y="34071"/>
                  </a:lnTo>
                  <a:cubicBezTo>
                    <a:pt x="0" y="15254"/>
                    <a:pt x="15254" y="0"/>
                    <a:pt x="34071" y="0"/>
                  </a:cubicBezTo>
                  <a:close/>
                </a:path>
              </a:pathLst>
            </a:custGeom>
            <a:solidFill>
              <a:srgbClr val="604ABD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1109790" cy="465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Thêm </a:t>
              </a:r>
              <a:r>
                <a:rPr lang="en-US" sz="15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ý tưởng</a:t>
              </a:r>
            </a:p>
            <a:p>
              <a:pPr algn="ctr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phụ hơn nữa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833253" y="3817061"/>
            <a:ext cx="2272258" cy="895485"/>
            <a:chOff x="0" y="0"/>
            <a:chExt cx="1109790" cy="43736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09790" cy="437362"/>
            </a:xfrm>
            <a:custGeom>
              <a:avLst/>
              <a:gdLst/>
              <a:ahLst/>
              <a:cxnLst/>
              <a:rect r="r" b="b" t="t" l="l"/>
              <a:pathLst>
                <a:path h="437362" w="1109790">
                  <a:moveTo>
                    <a:pt x="34071" y="0"/>
                  </a:moveTo>
                  <a:lnTo>
                    <a:pt x="1075718" y="0"/>
                  </a:lnTo>
                  <a:cubicBezTo>
                    <a:pt x="1084754" y="0"/>
                    <a:pt x="1093421" y="3590"/>
                    <a:pt x="1099810" y="9979"/>
                  </a:cubicBezTo>
                  <a:cubicBezTo>
                    <a:pt x="1106200" y="16369"/>
                    <a:pt x="1109790" y="25035"/>
                    <a:pt x="1109790" y="34071"/>
                  </a:cubicBezTo>
                  <a:lnTo>
                    <a:pt x="1109790" y="403291"/>
                  </a:lnTo>
                  <a:cubicBezTo>
                    <a:pt x="1109790" y="422108"/>
                    <a:pt x="1094535" y="437362"/>
                    <a:pt x="1075718" y="437362"/>
                  </a:cubicBezTo>
                  <a:lnTo>
                    <a:pt x="34071" y="437362"/>
                  </a:lnTo>
                  <a:cubicBezTo>
                    <a:pt x="15254" y="437362"/>
                    <a:pt x="0" y="422108"/>
                    <a:pt x="0" y="403291"/>
                  </a:cubicBezTo>
                  <a:lnTo>
                    <a:pt x="0" y="34071"/>
                  </a:lnTo>
                  <a:cubicBezTo>
                    <a:pt x="0" y="15254"/>
                    <a:pt x="15254" y="0"/>
                    <a:pt x="34071" y="0"/>
                  </a:cubicBezTo>
                  <a:close/>
                </a:path>
              </a:pathLst>
            </a:custGeom>
            <a:solidFill>
              <a:srgbClr val="604ABD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109790" cy="465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Thêm ý tưởng</a:t>
              </a:r>
            </a:p>
            <a:p>
              <a:pPr algn="ctr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phụ hơn nữa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 flipV="true">
            <a:off x="14098643" y="2983789"/>
            <a:ext cx="734611" cy="50085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6" id="36"/>
          <p:cNvSpPr/>
          <p:nvPr/>
        </p:nvSpPr>
        <p:spPr>
          <a:xfrm>
            <a:off x="14098643" y="3484639"/>
            <a:ext cx="734611" cy="780164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7" id="37"/>
          <p:cNvGrpSpPr/>
          <p:nvPr/>
        </p:nvGrpSpPr>
        <p:grpSpPr>
          <a:xfrm rot="0">
            <a:off x="4748598" y="6668447"/>
            <a:ext cx="2272258" cy="895485"/>
            <a:chOff x="0" y="0"/>
            <a:chExt cx="1109790" cy="43736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09790" cy="437362"/>
            </a:xfrm>
            <a:custGeom>
              <a:avLst/>
              <a:gdLst/>
              <a:ahLst/>
              <a:cxnLst/>
              <a:rect r="r" b="b" t="t" l="l"/>
              <a:pathLst>
                <a:path h="437362" w="1109790">
                  <a:moveTo>
                    <a:pt x="34071" y="0"/>
                  </a:moveTo>
                  <a:lnTo>
                    <a:pt x="1075718" y="0"/>
                  </a:lnTo>
                  <a:cubicBezTo>
                    <a:pt x="1084754" y="0"/>
                    <a:pt x="1093421" y="3590"/>
                    <a:pt x="1099810" y="9979"/>
                  </a:cubicBezTo>
                  <a:cubicBezTo>
                    <a:pt x="1106200" y="16369"/>
                    <a:pt x="1109790" y="25035"/>
                    <a:pt x="1109790" y="34071"/>
                  </a:cubicBezTo>
                  <a:lnTo>
                    <a:pt x="1109790" y="403291"/>
                  </a:lnTo>
                  <a:cubicBezTo>
                    <a:pt x="1109790" y="422108"/>
                    <a:pt x="1094535" y="437362"/>
                    <a:pt x="1075718" y="437362"/>
                  </a:cubicBezTo>
                  <a:lnTo>
                    <a:pt x="34071" y="437362"/>
                  </a:lnTo>
                  <a:cubicBezTo>
                    <a:pt x="15254" y="437362"/>
                    <a:pt x="0" y="422108"/>
                    <a:pt x="0" y="403291"/>
                  </a:cubicBezTo>
                  <a:lnTo>
                    <a:pt x="0" y="34071"/>
                  </a:lnTo>
                  <a:cubicBezTo>
                    <a:pt x="0" y="15254"/>
                    <a:pt x="15254" y="0"/>
                    <a:pt x="34071" y="0"/>
                  </a:cubicBezTo>
                  <a:close/>
                </a:path>
              </a:pathLst>
            </a:custGeom>
            <a:solidFill>
              <a:srgbClr val="A34ABD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1109790" cy="465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Thêm ý tưởng phụ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 flipH="true">
            <a:off x="7020857" y="7106665"/>
            <a:ext cx="1167348" cy="9524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1" id="41"/>
          <p:cNvGrpSpPr/>
          <p:nvPr/>
        </p:nvGrpSpPr>
        <p:grpSpPr>
          <a:xfrm rot="0">
            <a:off x="4748521" y="7904611"/>
            <a:ext cx="2272258" cy="895485"/>
            <a:chOff x="0" y="0"/>
            <a:chExt cx="1109790" cy="43736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09790" cy="437362"/>
            </a:xfrm>
            <a:custGeom>
              <a:avLst/>
              <a:gdLst/>
              <a:ahLst/>
              <a:cxnLst/>
              <a:rect r="r" b="b" t="t" l="l"/>
              <a:pathLst>
                <a:path h="437362" w="1109790">
                  <a:moveTo>
                    <a:pt x="34071" y="0"/>
                  </a:moveTo>
                  <a:lnTo>
                    <a:pt x="1075718" y="0"/>
                  </a:lnTo>
                  <a:cubicBezTo>
                    <a:pt x="1084754" y="0"/>
                    <a:pt x="1093421" y="3590"/>
                    <a:pt x="1099810" y="9979"/>
                  </a:cubicBezTo>
                  <a:cubicBezTo>
                    <a:pt x="1106200" y="16369"/>
                    <a:pt x="1109790" y="25035"/>
                    <a:pt x="1109790" y="34071"/>
                  </a:cubicBezTo>
                  <a:lnTo>
                    <a:pt x="1109790" y="403291"/>
                  </a:lnTo>
                  <a:cubicBezTo>
                    <a:pt x="1109790" y="422108"/>
                    <a:pt x="1094535" y="437362"/>
                    <a:pt x="1075718" y="437362"/>
                  </a:cubicBezTo>
                  <a:lnTo>
                    <a:pt x="34071" y="437362"/>
                  </a:lnTo>
                  <a:cubicBezTo>
                    <a:pt x="15254" y="437362"/>
                    <a:pt x="0" y="422108"/>
                    <a:pt x="0" y="403291"/>
                  </a:cubicBezTo>
                  <a:lnTo>
                    <a:pt x="0" y="34071"/>
                  </a:lnTo>
                  <a:cubicBezTo>
                    <a:pt x="0" y="15254"/>
                    <a:pt x="15254" y="0"/>
                    <a:pt x="34071" y="0"/>
                  </a:cubicBezTo>
                  <a:close/>
                </a:path>
              </a:pathLst>
            </a:custGeom>
            <a:solidFill>
              <a:srgbClr val="A34ABD"/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1109790" cy="465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Thêm ý tưởng phụ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 flipH="true">
            <a:off x="7020779" y="7106665"/>
            <a:ext cx="1167425" cy="1245688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5" id="45"/>
          <p:cNvGrpSpPr/>
          <p:nvPr/>
        </p:nvGrpSpPr>
        <p:grpSpPr>
          <a:xfrm rot="0">
            <a:off x="1493662" y="6639878"/>
            <a:ext cx="2272258" cy="895485"/>
            <a:chOff x="0" y="0"/>
            <a:chExt cx="1109790" cy="43736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09790" cy="437362"/>
            </a:xfrm>
            <a:custGeom>
              <a:avLst/>
              <a:gdLst/>
              <a:ahLst/>
              <a:cxnLst/>
              <a:rect r="r" b="b" t="t" l="l"/>
              <a:pathLst>
                <a:path h="437362" w="1109790">
                  <a:moveTo>
                    <a:pt x="34071" y="0"/>
                  </a:moveTo>
                  <a:lnTo>
                    <a:pt x="1075718" y="0"/>
                  </a:lnTo>
                  <a:cubicBezTo>
                    <a:pt x="1084754" y="0"/>
                    <a:pt x="1093421" y="3590"/>
                    <a:pt x="1099810" y="9979"/>
                  </a:cubicBezTo>
                  <a:cubicBezTo>
                    <a:pt x="1106200" y="16369"/>
                    <a:pt x="1109790" y="25035"/>
                    <a:pt x="1109790" y="34071"/>
                  </a:cubicBezTo>
                  <a:lnTo>
                    <a:pt x="1109790" y="403291"/>
                  </a:lnTo>
                  <a:cubicBezTo>
                    <a:pt x="1109790" y="422108"/>
                    <a:pt x="1094535" y="437362"/>
                    <a:pt x="1075718" y="437362"/>
                  </a:cubicBezTo>
                  <a:lnTo>
                    <a:pt x="34071" y="437362"/>
                  </a:lnTo>
                  <a:cubicBezTo>
                    <a:pt x="15254" y="437362"/>
                    <a:pt x="0" y="422108"/>
                    <a:pt x="0" y="403291"/>
                  </a:cubicBezTo>
                  <a:lnTo>
                    <a:pt x="0" y="34071"/>
                  </a:lnTo>
                  <a:cubicBezTo>
                    <a:pt x="0" y="15254"/>
                    <a:pt x="15254" y="0"/>
                    <a:pt x="34071" y="0"/>
                  </a:cubicBezTo>
                  <a:close/>
                </a:path>
              </a:pathLst>
            </a:custGeom>
            <a:solidFill>
              <a:srgbClr val="604ABD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1109790" cy="465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Thêm ý tưởng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phụ hơn nữa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493746" y="7895949"/>
            <a:ext cx="2272258" cy="895485"/>
            <a:chOff x="0" y="0"/>
            <a:chExt cx="1109790" cy="43736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09790" cy="437362"/>
            </a:xfrm>
            <a:custGeom>
              <a:avLst/>
              <a:gdLst/>
              <a:ahLst/>
              <a:cxnLst/>
              <a:rect r="r" b="b" t="t" l="l"/>
              <a:pathLst>
                <a:path h="437362" w="1109790">
                  <a:moveTo>
                    <a:pt x="34071" y="0"/>
                  </a:moveTo>
                  <a:lnTo>
                    <a:pt x="1075718" y="0"/>
                  </a:lnTo>
                  <a:cubicBezTo>
                    <a:pt x="1084754" y="0"/>
                    <a:pt x="1093421" y="3590"/>
                    <a:pt x="1099810" y="9979"/>
                  </a:cubicBezTo>
                  <a:cubicBezTo>
                    <a:pt x="1106200" y="16369"/>
                    <a:pt x="1109790" y="25035"/>
                    <a:pt x="1109790" y="34071"/>
                  </a:cubicBezTo>
                  <a:lnTo>
                    <a:pt x="1109790" y="403291"/>
                  </a:lnTo>
                  <a:cubicBezTo>
                    <a:pt x="1109790" y="422108"/>
                    <a:pt x="1094535" y="437362"/>
                    <a:pt x="1075718" y="437362"/>
                  </a:cubicBezTo>
                  <a:lnTo>
                    <a:pt x="34071" y="437362"/>
                  </a:lnTo>
                  <a:cubicBezTo>
                    <a:pt x="15254" y="437362"/>
                    <a:pt x="0" y="422108"/>
                    <a:pt x="0" y="403291"/>
                  </a:cubicBezTo>
                  <a:lnTo>
                    <a:pt x="0" y="34071"/>
                  </a:lnTo>
                  <a:cubicBezTo>
                    <a:pt x="0" y="15254"/>
                    <a:pt x="15254" y="0"/>
                    <a:pt x="34071" y="0"/>
                  </a:cubicBezTo>
                  <a:close/>
                </a:path>
              </a:pathLst>
            </a:custGeom>
            <a:solidFill>
              <a:srgbClr val="604ABD"/>
            </a:solidFill>
            <a:ln cap="sq">
              <a:noFill/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1109790" cy="465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Thêm ý tưởng</a:t>
              </a:r>
            </a:p>
            <a:p>
              <a:pPr algn="ctr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phụ hơn nữa</a:t>
              </a:r>
            </a:p>
          </p:txBody>
        </p:sp>
      </p:grpSp>
      <p:sp>
        <p:nvSpPr>
          <p:cNvPr name="AutoShape 51" id="51"/>
          <p:cNvSpPr/>
          <p:nvPr/>
        </p:nvSpPr>
        <p:spPr>
          <a:xfrm flipH="true" flipV="true">
            <a:off x="3765921" y="7087620"/>
            <a:ext cx="982678" cy="28569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2" id="52"/>
          <p:cNvSpPr/>
          <p:nvPr/>
        </p:nvSpPr>
        <p:spPr>
          <a:xfrm flipH="true" flipV="true">
            <a:off x="3766005" y="8343692"/>
            <a:ext cx="982516" cy="8661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53" id="53"/>
          <p:cNvSpPr txBox="true"/>
          <p:nvPr/>
        </p:nvSpPr>
        <p:spPr>
          <a:xfrm rot="0">
            <a:off x="1125477" y="790252"/>
            <a:ext cx="6680812" cy="899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Cần đồng hồ bấm giờ? Tìm biểu tượng đồng hồ </a:t>
            </a:r>
            <a:r>
              <a:rPr lang="en-US" sz="2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ở phía tay trái bên dưới và bắt đầu động não!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0544210" y="8361878"/>
            <a:ext cx="7122999" cy="1677192"/>
            <a:chOff x="0" y="0"/>
            <a:chExt cx="5373693" cy="126529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373693" cy="1265298"/>
            </a:xfrm>
            <a:custGeom>
              <a:avLst/>
              <a:gdLst/>
              <a:ahLst/>
              <a:cxnLst/>
              <a:rect r="r" b="b" t="t" l="l"/>
              <a:pathLst>
                <a:path h="1265298" w="5373693">
                  <a:moveTo>
                    <a:pt x="32607" y="0"/>
                  </a:moveTo>
                  <a:lnTo>
                    <a:pt x="5341087" y="0"/>
                  </a:lnTo>
                  <a:cubicBezTo>
                    <a:pt x="5359095" y="0"/>
                    <a:pt x="5373693" y="14599"/>
                    <a:pt x="5373693" y="32607"/>
                  </a:cubicBezTo>
                  <a:lnTo>
                    <a:pt x="5373693" y="1232691"/>
                  </a:lnTo>
                  <a:cubicBezTo>
                    <a:pt x="5373693" y="1250699"/>
                    <a:pt x="5359095" y="1265298"/>
                    <a:pt x="5341087" y="1265298"/>
                  </a:cubicBezTo>
                  <a:lnTo>
                    <a:pt x="32607" y="1265298"/>
                  </a:lnTo>
                  <a:cubicBezTo>
                    <a:pt x="14599" y="1265298"/>
                    <a:pt x="0" y="1250699"/>
                    <a:pt x="0" y="1232691"/>
                  </a:cubicBezTo>
                  <a:lnTo>
                    <a:pt x="0" y="32607"/>
                  </a:lnTo>
                  <a:cubicBezTo>
                    <a:pt x="0" y="14599"/>
                    <a:pt x="14599" y="0"/>
                    <a:pt x="32607" y="0"/>
                  </a:cubicBezTo>
                  <a:close/>
                </a:path>
              </a:pathLst>
            </a:custGeom>
            <a:solidFill>
              <a:srgbClr val="FFFFFF">
                <a:alpha val="69804"/>
              </a:srgbClr>
            </a:solidFill>
            <a:ln cap="rnd">
              <a:noFill/>
              <a:prstDash val="sysDot"/>
              <a:round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5373693" cy="129387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520"/>
                </a:lnSpc>
              </a:pPr>
              <a:r>
                <a:rPr lang="en-US" sz="1800" b="true">
                  <a:solidFill>
                    <a:srgbClr val="020327">
                      <a:alpha val="69804"/>
                    </a:srgbClr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Mẹo:</a:t>
              </a:r>
              <a:r>
                <a:rPr lang="en-US" sz="1800">
                  <a:solidFill>
                    <a:srgbClr val="020327">
                      <a:alpha val="69804"/>
                    </a:srgbClr>
                  </a:solidFill>
                  <a:latin typeface="Muli"/>
                  <a:ea typeface="Muli"/>
                  <a:cs typeface="Muli"/>
                  <a:sym typeface="Muli"/>
                </a:rPr>
                <a:t> Cộng tác khiến cho quá trình làm việc nhóm </a:t>
              </a:r>
              <a:r>
                <a:rPr lang="en-US" sz="1800">
                  <a:solidFill>
                    <a:srgbClr val="020327">
                      <a:alpha val="69804"/>
                    </a:srgbClr>
                  </a:solidFill>
                  <a:latin typeface="Muli"/>
                  <a:ea typeface="Muli"/>
                  <a:cs typeface="Muli"/>
                  <a:sym typeface="Muli"/>
                </a:rPr>
                <a:t>dễ dàng hơn! Nhấp "Chia sẻ" và mời các thành viên chung nhóm của bạn cùng điền vào đây. Sử dụng bảng trắng này để ghi lại các thông báo, ý tưởng, động não và các ý tưởng thú vị khác của nhóm.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125477" y="2085916"/>
            <a:ext cx="3415104" cy="24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079"/>
              </a:lnSpc>
              <a:spcBef>
                <a:spcPct val="0"/>
              </a:spcBef>
            </a:pPr>
            <a:r>
              <a:rPr lang="en-US" b="true" sz="1599" u="none">
                <a:solidFill>
                  <a:srgbClr val="020327"/>
                </a:solidFill>
                <a:latin typeface="Muli Semi-Bold"/>
                <a:ea typeface="Muli Semi-Bold"/>
                <a:cs typeface="Muli Semi-Bold"/>
                <a:sym typeface="Muli Semi-Bold"/>
                <a:hlinkClick r:id="rId2" action="ppaction://hlinksldjump"/>
              </a:rPr>
              <a:t>QUAY LẠI TRANG CHƯƠNG TRÌNH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98207" y="2056873"/>
            <a:ext cx="15491586" cy="1111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Nếu có câu hỏi, hãy liên hệ: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717825" y="856297"/>
            <a:ext cx="3258797" cy="254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1"/>
              </a:lnSpc>
              <a:spcBef>
                <a:spcPct val="0"/>
              </a:spcBef>
            </a:pPr>
            <a:r>
              <a:rPr lang="en-US" b="true" sz="1601" spc="57">
                <a:solidFill>
                  <a:srgbClr val="FFFFF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KẾ HOẠCH DỰ ÁN</a:t>
            </a:r>
          </a:p>
        </p:txBody>
      </p:sp>
      <p:sp>
        <p:nvSpPr>
          <p:cNvPr name="AutoShape 5" id="5"/>
          <p:cNvSpPr/>
          <p:nvPr/>
        </p:nvSpPr>
        <p:spPr>
          <a:xfrm rot="5006">
            <a:off x="968483" y="1635391"/>
            <a:ext cx="16351034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360960" y="830014"/>
            <a:ext cx="3982697" cy="359273"/>
            <a:chOff x="0" y="0"/>
            <a:chExt cx="5310263" cy="47903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965200" y="41395"/>
              <a:ext cx="4345063" cy="333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1"/>
                </a:lnSpc>
                <a:spcBef>
                  <a:spcPct val="0"/>
                </a:spcBef>
              </a:pPr>
              <a:r>
                <a:rPr lang="en-US" b="true" sz="1601" spc="57">
                  <a:solidFill>
                    <a:srgbClr val="FFFFFF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THÊM TÊN CÔNG TY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8000" cy="479030"/>
            </a:xfrm>
            <a:custGeom>
              <a:avLst/>
              <a:gdLst/>
              <a:ahLst/>
              <a:cxnLst/>
              <a:rect r="r" b="b" t="t" l="l"/>
              <a:pathLst>
                <a:path h="479030" w="608000">
                  <a:moveTo>
                    <a:pt x="0" y="0"/>
                  </a:moveTo>
                  <a:lnTo>
                    <a:pt x="608000" y="0"/>
                  </a:lnTo>
                  <a:lnTo>
                    <a:pt x="608000" y="479030"/>
                  </a:lnTo>
                  <a:lnTo>
                    <a:pt x="0" y="479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7830044" y="900764"/>
            <a:ext cx="3401394" cy="24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079"/>
              </a:lnSpc>
              <a:spcBef>
                <a:spcPct val="0"/>
              </a:spcBef>
            </a:pPr>
            <a:r>
              <a:rPr lang="en-US" b="true" sz="1599" u="none">
                <a:solidFill>
                  <a:srgbClr val="020327"/>
                </a:solidFill>
                <a:latin typeface="Muli Semi-Bold"/>
                <a:ea typeface="Muli Semi-Bold"/>
                <a:cs typeface="Muli Semi-Bold"/>
                <a:sym typeface="Muli Semi-Bold"/>
                <a:hlinkClick r:id="rId5" action="ppaction://hlinksldjump"/>
              </a:rPr>
              <a:t>QUAY LẠI TRANG CHƯƠNG TRÌNH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324999" y="3816495"/>
            <a:ext cx="2645489" cy="2645489"/>
            <a:chOff x="0" y="0"/>
            <a:chExt cx="3527318" cy="3527318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3527318" cy="3527318"/>
              <a:chOff x="0" y="0"/>
              <a:chExt cx="6350000" cy="6350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31765"/>
                </a:srgbClr>
              </a:solidFill>
            </p:spPr>
          </p:sp>
        </p:grpSp>
        <p:grpSp>
          <p:nvGrpSpPr>
            <p:cNvPr name="Group 13" id="13"/>
            <p:cNvGrpSpPr>
              <a:grpSpLocks noChangeAspect="true"/>
            </p:cNvGrpSpPr>
            <p:nvPr/>
          </p:nvGrpSpPr>
          <p:grpSpPr>
            <a:xfrm rot="0">
              <a:off x="310675" y="310681"/>
              <a:ext cx="2905967" cy="2905956"/>
              <a:chOff x="0" y="0"/>
              <a:chExt cx="6350000" cy="634997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0" t="-24859" r="0" b="-24859"/>
                </a:stretch>
              </a:blipFill>
            </p:spPr>
          </p:sp>
        </p:grpSp>
      </p:grpSp>
      <p:grpSp>
        <p:nvGrpSpPr>
          <p:cNvPr name="Group 15" id="15"/>
          <p:cNvGrpSpPr/>
          <p:nvPr/>
        </p:nvGrpSpPr>
        <p:grpSpPr>
          <a:xfrm rot="0">
            <a:off x="10317475" y="3816495"/>
            <a:ext cx="2645489" cy="2645489"/>
            <a:chOff x="0" y="0"/>
            <a:chExt cx="3527318" cy="3527318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3527318" cy="3527318"/>
              <a:chOff x="0" y="0"/>
              <a:chExt cx="6350000" cy="6350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31765"/>
                </a:srgbClr>
              </a:solidFill>
            </p:spPr>
          </p:sp>
        </p:grpSp>
        <p:grpSp>
          <p:nvGrpSpPr>
            <p:cNvPr name="Group 18" id="18"/>
            <p:cNvGrpSpPr>
              <a:grpSpLocks noChangeAspect="true"/>
            </p:cNvGrpSpPr>
            <p:nvPr/>
          </p:nvGrpSpPr>
          <p:grpSpPr>
            <a:xfrm rot="0">
              <a:off x="310675" y="310681"/>
              <a:ext cx="2905967" cy="2905956"/>
              <a:chOff x="0" y="0"/>
              <a:chExt cx="6350000" cy="634997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0" t="-6626" r="0" b="-43374"/>
                </a:stretch>
              </a:blipFill>
            </p:spPr>
          </p:sp>
        </p:grpSp>
      </p:grpSp>
      <p:grpSp>
        <p:nvGrpSpPr>
          <p:cNvPr name="Group 20" id="20"/>
          <p:cNvGrpSpPr/>
          <p:nvPr/>
        </p:nvGrpSpPr>
        <p:grpSpPr>
          <a:xfrm rot="0">
            <a:off x="4293869" y="6824934"/>
            <a:ext cx="4707749" cy="2188178"/>
            <a:chOff x="0" y="0"/>
            <a:chExt cx="6276999" cy="2917571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51" y="9525"/>
              <a:ext cx="6276898" cy="7143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20"/>
                </a:lnSpc>
              </a:pPr>
              <a:r>
                <a:rPr lang="en-US" sz="3600" spc="179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Linh Anh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51" y="880474"/>
              <a:ext cx="6276898" cy="307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0"/>
                </a:lnSpc>
              </a:pPr>
              <a:r>
                <a:rPr lang="en-US" b="true" sz="1600" spc="80">
                  <a:solidFill>
                    <a:srgbClr val="FFFFFF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TRƯỞNG NHÓM DỰ ÁN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51" y="1936496"/>
              <a:ext cx="6276898" cy="981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2000" spc="1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@trangwebhay xinchao@trangwebhay.vn</a:t>
              </a:r>
            </a:p>
          </p:txBody>
        </p:sp>
        <p:sp>
          <p:nvSpPr>
            <p:cNvPr name="AutoShape 24" id="24"/>
            <p:cNvSpPr/>
            <p:nvPr/>
          </p:nvSpPr>
          <p:spPr>
            <a:xfrm rot="10786277">
              <a:off x="26" y="1575501"/>
              <a:ext cx="6276948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286344" y="6824934"/>
            <a:ext cx="4707749" cy="2188178"/>
            <a:chOff x="0" y="0"/>
            <a:chExt cx="6276999" cy="2917571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51" y="1936496"/>
              <a:ext cx="6276898" cy="981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2000" spc="1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@trangwebhay xinchao@trangwebhay.vn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51" y="9525"/>
              <a:ext cx="6276898" cy="7143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20"/>
                </a:lnSpc>
              </a:pPr>
              <a:r>
                <a:rPr lang="en-US" sz="3600" spc="179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Bảo Khang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51" y="880474"/>
              <a:ext cx="6276898" cy="307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0"/>
                </a:lnSpc>
              </a:pPr>
              <a:r>
                <a:rPr lang="en-US" b="true" sz="1600" spc="80">
                  <a:solidFill>
                    <a:srgbClr val="FFFFFF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TRƯỞNG NHÓM DỰ ÁN</a:t>
              </a:r>
            </a:p>
          </p:txBody>
        </p:sp>
        <p:sp>
          <p:nvSpPr>
            <p:cNvPr name="AutoShape 29" id="29"/>
            <p:cNvSpPr/>
            <p:nvPr/>
          </p:nvSpPr>
          <p:spPr>
            <a:xfrm rot="10786277">
              <a:off x="26" y="1575501"/>
              <a:ext cx="6276948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0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046022" y="-12046022"/>
            <a:ext cx="24092044" cy="24092044"/>
          </a:xfrm>
          <a:custGeom>
            <a:avLst/>
            <a:gdLst/>
            <a:ahLst/>
            <a:cxnLst/>
            <a:rect r="r" b="b" t="t" l="l"/>
            <a:pathLst>
              <a:path h="24092044" w="24092044">
                <a:moveTo>
                  <a:pt x="0" y="0"/>
                </a:moveTo>
                <a:lnTo>
                  <a:pt x="24092044" y="0"/>
                </a:lnTo>
                <a:lnTo>
                  <a:pt x="24092044" y="24092044"/>
                </a:lnTo>
                <a:lnTo>
                  <a:pt x="0" y="24092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382042"/>
            <a:ext cx="5718889" cy="5594561"/>
            <a:chOff x="0" y="0"/>
            <a:chExt cx="7625185" cy="745941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9525"/>
              <a:ext cx="7335742" cy="33938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080"/>
                </a:lnSpc>
              </a:pPr>
              <a:r>
                <a:rPr lang="en-US" sz="84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Trang</a:t>
              </a:r>
            </a:p>
            <a:p>
              <a:pPr algn="l">
                <a:lnSpc>
                  <a:spcPts val="10080"/>
                </a:lnSpc>
              </a:pPr>
              <a:r>
                <a:rPr lang="en-US" sz="84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Tài nguyên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4868090"/>
              <a:ext cx="7335742" cy="2591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Sử dụng các tài nguyên thiết kế này trong Bản thuyết trình Canva của bạn. Thiết kế vui vẻ!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Hãy xóa trang này trước khi trình bày.</a:t>
              </a:r>
            </a:p>
          </p:txBody>
        </p:sp>
        <p:sp>
          <p:nvSpPr>
            <p:cNvPr name="AutoShape 6" id="6"/>
            <p:cNvSpPr/>
            <p:nvPr/>
          </p:nvSpPr>
          <p:spPr>
            <a:xfrm>
              <a:off x="0" y="4146933"/>
              <a:ext cx="7625185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4078782" y="4200500"/>
            <a:ext cx="2781063" cy="1854042"/>
          </a:xfrm>
          <a:custGeom>
            <a:avLst/>
            <a:gdLst/>
            <a:ahLst/>
            <a:cxnLst/>
            <a:rect r="r" b="b" t="t" l="l"/>
            <a:pathLst>
              <a:path h="1854042" w="2781063">
                <a:moveTo>
                  <a:pt x="0" y="0"/>
                </a:moveTo>
                <a:lnTo>
                  <a:pt x="2781063" y="0"/>
                </a:lnTo>
                <a:lnTo>
                  <a:pt x="2781063" y="1854041"/>
                </a:lnTo>
                <a:lnTo>
                  <a:pt x="0" y="18540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950918" y="4196364"/>
            <a:ext cx="2732586" cy="1821724"/>
          </a:xfrm>
          <a:custGeom>
            <a:avLst/>
            <a:gdLst/>
            <a:ahLst/>
            <a:cxnLst/>
            <a:rect r="r" b="b" t="t" l="l"/>
            <a:pathLst>
              <a:path h="1821724" w="2732586">
                <a:moveTo>
                  <a:pt x="0" y="0"/>
                </a:moveTo>
                <a:lnTo>
                  <a:pt x="2732586" y="0"/>
                </a:lnTo>
                <a:lnTo>
                  <a:pt x="2732586" y="1821724"/>
                </a:lnTo>
                <a:lnTo>
                  <a:pt x="0" y="18217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078782" y="1968568"/>
            <a:ext cx="2781063" cy="1854042"/>
          </a:xfrm>
          <a:custGeom>
            <a:avLst/>
            <a:gdLst/>
            <a:ahLst/>
            <a:cxnLst/>
            <a:rect r="r" b="b" t="t" l="l"/>
            <a:pathLst>
              <a:path h="1854042" w="2781063">
                <a:moveTo>
                  <a:pt x="0" y="0"/>
                </a:moveTo>
                <a:lnTo>
                  <a:pt x="2781063" y="0"/>
                </a:lnTo>
                <a:lnTo>
                  <a:pt x="2781063" y="1854042"/>
                </a:lnTo>
                <a:lnTo>
                  <a:pt x="0" y="18540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731424" y="1968568"/>
            <a:ext cx="2828969" cy="1885979"/>
          </a:xfrm>
          <a:custGeom>
            <a:avLst/>
            <a:gdLst/>
            <a:ahLst/>
            <a:cxnLst/>
            <a:rect r="r" b="b" t="t" l="l"/>
            <a:pathLst>
              <a:path h="1885979" w="2828969">
                <a:moveTo>
                  <a:pt x="0" y="0"/>
                </a:moveTo>
                <a:lnTo>
                  <a:pt x="2828969" y="0"/>
                </a:lnTo>
                <a:lnTo>
                  <a:pt x="2828969" y="1885980"/>
                </a:lnTo>
                <a:lnTo>
                  <a:pt x="0" y="1885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950918" y="1968568"/>
            <a:ext cx="2732586" cy="1885979"/>
          </a:xfrm>
          <a:custGeom>
            <a:avLst/>
            <a:gdLst/>
            <a:ahLst/>
            <a:cxnLst/>
            <a:rect r="r" b="b" t="t" l="l"/>
            <a:pathLst>
              <a:path h="1885979" w="2732586">
                <a:moveTo>
                  <a:pt x="0" y="0"/>
                </a:moveTo>
                <a:lnTo>
                  <a:pt x="2732586" y="0"/>
                </a:lnTo>
                <a:lnTo>
                  <a:pt x="2732586" y="1885980"/>
                </a:lnTo>
                <a:lnTo>
                  <a:pt x="0" y="18859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121" r="0" b="-5545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731424" y="4196364"/>
            <a:ext cx="2828969" cy="1821724"/>
          </a:xfrm>
          <a:custGeom>
            <a:avLst/>
            <a:gdLst/>
            <a:ahLst/>
            <a:cxnLst/>
            <a:rect r="r" b="b" t="t" l="l"/>
            <a:pathLst>
              <a:path h="1821724" w="2828969">
                <a:moveTo>
                  <a:pt x="0" y="0"/>
                </a:moveTo>
                <a:lnTo>
                  <a:pt x="2828969" y="0"/>
                </a:lnTo>
                <a:lnTo>
                  <a:pt x="2828969" y="1821724"/>
                </a:lnTo>
                <a:lnTo>
                  <a:pt x="0" y="182172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-3527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731424" y="6432452"/>
            <a:ext cx="2828969" cy="1885979"/>
          </a:xfrm>
          <a:custGeom>
            <a:avLst/>
            <a:gdLst/>
            <a:ahLst/>
            <a:cxnLst/>
            <a:rect r="r" b="b" t="t" l="l"/>
            <a:pathLst>
              <a:path h="1885979" w="2828969">
                <a:moveTo>
                  <a:pt x="0" y="0"/>
                </a:moveTo>
                <a:lnTo>
                  <a:pt x="2828969" y="0"/>
                </a:lnTo>
                <a:lnTo>
                  <a:pt x="2828969" y="1885980"/>
                </a:lnTo>
                <a:lnTo>
                  <a:pt x="0" y="1885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950918" y="6432452"/>
            <a:ext cx="2732586" cy="1821724"/>
          </a:xfrm>
          <a:custGeom>
            <a:avLst/>
            <a:gdLst/>
            <a:ahLst/>
            <a:cxnLst/>
            <a:rect r="r" b="b" t="t" l="l"/>
            <a:pathLst>
              <a:path h="1821724" w="2732586">
                <a:moveTo>
                  <a:pt x="0" y="0"/>
                </a:moveTo>
                <a:lnTo>
                  <a:pt x="2732586" y="0"/>
                </a:lnTo>
                <a:lnTo>
                  <a:pt x="2732586" y="1821724"/>
                </a:lnTo>
                <a:lnTo>
                  <a:pt x="0" y="182172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078782" y="6390367"/>
            <a:ext cx="2781063" cy="1854042"/>
          </a:xfrm>
          <a:custGeom>
            <a:avLst/>
            <a:gdLst/>
            <a:ahLst/>
            <a:cxnLst/>
            <a:rect r="r" b="b" t="t" l="l"/>
            <a:pathLst>
              <a:path h="1854042" w="2781063">
                <a:moveTo>
                  <a:pt x="0" y="0"/>
                </a:moveTo>
                <a:lnTo>
                  <a:pt x="2781063" y="0"/>
                </a:lnTo>
                <a:lnTo>
                  <a:pt x="2781063" y="1854042"/>
                </a:lnTo>
                <a:lnTo>
                  <a:pt x="0" y="185404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0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82811" y="-1208546"/>
            <a:ext cx="24092044" cy="24092044"/>
          </a:xfrm>
          <a:custGeom>
            <a:avLst/>
            <a:gdLst/>
            <a:ahLst/>
            <a:cxnLst/>
            <a:rect r="r" b="b" t="t" l="l"/>
            <a:pathLst>
              <a:path h="24092044" w="24092044">
                <a:moveTo>
                  <a:pt x="0" y="0"/>
                </a:moveTo>
                <a:lnTo>
                  <a:pt x="24092044" y="0"/>
                </a:lnTo>
                <a:lnTo>
                  <a:pt x="24092044" y="24092044"/>
                </a:lnTo>
                <a:lnTo>
                  <a:pt x="0" y="24092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04427" y="5322078"/>
            <a:ext cx="1053939" cy="1486325"/>
          </a:xfrm>
          <a:custGeom>
            <a:avLst/>
            <a:gdLst/>
            <a:ahLst/>
            <a:cxnLst/>
            <a:rect r="r" b="b" t="t" l="l"/>
            <a:pathLst>
              <a:path h="1486325" w="1053939">
                <a:moveTo>
                  <a:pt x="0" y="0"/>
                </a:moveTo>
                <a:lnTo>
                  <a:pt x="1053939" y="0"/>
                </a:lnTo>
                <a:lnTo>
                  <a:pt x="1053939" y="1486325"/>
                </a:lnTo>
                <a:lnTo>
                  <a:pt x="0" y="14863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65948" y="5322078"/>
            <a:ext cx="1194464" cy="1486325"/>
          </a:xfrm>
          <a:custGeom>
            <a:avLst/>
            <a:gdLst/>
            <a:ahLst/>
            <a:cxnLst/>
            <a:rect r="r" b="b" t="t" l="l"/>
            <a:pathLst>
              <a:path h="1486325" w="1194464">
                <a:moveTo>
                  <a:pt x="0" y="0"/>
                </a:moveTo>
                <a:lnTo>
                  <a:pt x="1194465" y="0"/>
                </a:lnTo>
                <a:lnTo>
                  <a:pt x="1194465" y="1486325"/>
                </a:lnTo>
                <a:lnTo>
                  <a:pt x="0" y="148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64090" y="5322078"/>
            <a:ext cx="832342" cy="1486325"/>
          </a:xfrm>
          <a:custGeom>
            <a:avLst/>
            <a:gdLst/>
            <a:ahLst/>
            <a:cxnLst/>
            <a:rect r="r" b="b" t="t" l="l"/>
            <a:pathLst>
              <a:path h="1486325" w="832342">
                <a:moveTo>
                  <a:pt x="0" y="0"/>
                </a:moveTo>
                <a:lnTo>
                  <a:pt x="832342" y="0"/>
                </a:lnTo>
                <a:lnTo>
                  <a:pt x="832342" y="1486325"/>
                </a:lnTo>
                <a:lnTo>
                  <a:pt x="0" y="148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1114" y="5322078"/>
            <a:ext cx="932331" cy="1486325"/>
          </a:xfrm>
          <a:custGeom>
            <a:avLst/>
            <a:gdLst/>
            <a:ahLst/>
            <a:cxnLst/>
            <a:rect r="r" b="b" t="t" l="l"/>
            <a:pathLst>
              <a:path h="1486325" w="932331">
                <a:moveTo>
                  <a:pt x="0" y="0"/>
                </a:moveTo>
                <a:lnTo>
                  <a:pt x="932331" y="0"/>
                </a:lnTo>
                <a:lnTo>
                  <a:pt x="932331" y="1486325"/>
                </a:lnTo>
                <a:lnTo>
                  <a:pt x="0" y="148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216761" y="5322078"/>
            <a:ext cx="843151" cy="1486325"/>
          </a:xfrm>
          <a:custGeom>
            <a:avLst/>
            <a:gdLst/>
            <a:ahLst/>
            <a:cxnLst/>
            <a:rect r="r" b="b" t="t" l="l"/>
            <a:pathLst>
              <a:path h="1486325" w="843151">
                <a:moveTo>
                  <a:pt x="0" y="0"/>
                </a:moveTo>
                <a:lnTo>
                  <a:pt x="843152" y="0"/>
                </a:lnTo>
                <a:lnTo>
                  <a:pt x="843152" y="1486325"/>
                </a:lnTo>
                <a:lnTo>
                  <a:pt x="0" y="14863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67310" y="1795253"/>
            <a:ext cx="1391740" cy="1486325"/>
          </a:xfrm>
          <a:custGeom>
            <a:avLst/>
            <a:gdLst/>
            <a:ahLst/>
            <a:cxnLst/>
            <a:rect r="r" b="b" t="t" l="l"/>
            <a:pathLst>
              <a:path h="1486325" w="1391740">
                <a:moveTo>
                  <a:pt x="0" y="0"/>
                </a:moveTo>
                <a:lnTo>
                  <a:pt x="1391741" y="0"/>
                </a:lnTo>
                <a:lnTo>
                  <a:pt x="1391741" y="1486324"/>
                </a:lnTo>
                <a:lnTo>
                  <a:pt x="0" y="148632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955783" y="1795253"/>
            <a:ext cx="1151226" cy="1486325"/>
          </a:xfrm>
          <a:custGeom>
            <a:avLst/>
            <a:gdLst/>
            <a:ahLst/>
            <a:cxnLst/>
            <a:rect r="r" b="b" t="t" l="l"/>
            <a:pathLst>
              <a:path h="1486325" w="1151226">
                <a:moveTo>
                  <a:pt x="0" y="0"/>
                </a:moveTo>
                <a:lnTo>
                  <a:pt x="1151226" y="0"/>
                </a:lnTo>
                <a:lnTo>
                  <a:pt x="1151226" y="1486324"/>
                </a:lnTo>
                <a:lnTo>
                  <a:pt x="0" y="148632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895175" y="2022255"/>
            <a:ext cx="1486325" cy="1032320"/>
          </a:xfrm>
          <a:custGeom>
            <a:avLst/>
            <a:gdLst/>
            <a:ahLst/>
            <a:cxnLst/>
            <a:rect r="r" b="b" t="t" l="l"/>
            <a:pathLst>
              <a:path h="1032320" w="1486325">
                <a:moveTo>
                  <a:pt x="0" y="0"/>
                </a:moveTo>
                <a:lnTo>
                  <a:pt x="1486324" y="0"/>
                </a:lnTo>
                <a:lnTo>
                  <a:pt x="1486324" y="1032320"/>
                </a:lnTo>
                <a:lnTo>
                  <a:pt x="0" y="103232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50566" y="1579443"/>
            <a:ext cx="993427" cy="1702134"/>
          </a:xfrm>
          <a:custGeom>
            <a:avLst/>
            <a:gdLst/>
            <a:ahLst/>
            <a:cxnLst/>
            <a:rect r="r" b="b" t="t" l="l"/>
            <a:pathLst>
              <a:path h="1702134" w="993427">
                <a:moveTo>
                  <a:pt x="0" y="0"/>
                </a:moveTo>
                <a:lnTo>
                  <a:pt x="993427" y="0"/>
                </a:lnTo>
                <a:lnTo>
                  <a:pt x="993427" y="1702134"/>
                </a:lnTo>
                <a:lnTo>
                  <a:pt x="0" y="170213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061409" y="1795253"/>
            <a:ext cx="1237703" cy="1486325"/>
          </a:xfrm>
          <a:custGeom>
            <a:avLst/>
            <a:gdLst/>
            <a:ahLst/>
            <a:cxnLst/>
            <a:rect r="r" b="b" t="t" l="l"/>
            <a:pathLst>
              <a:path h="1486325" w="1237703">
                <a:moveTo>
                  <a:pt x="0" y="0"/>
                </a:moveTo>
                <a:lnTo>
                  <a:pt x="1237703" y="0"/>
                </a:lnTo>
                <a:lnTo>
                  <a:pt x="1237703" y="1486324"/>
                </a:lnTo>
                <a:lnTo>
                  <a:pt x="0" y="148632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951607" y="3637896"/>
            <a:ext cx="1159579" cy="1446187"/>
          </a:xfrm>
          <a:custGeom>
            <a:avLst/>
            <a:gdLst/>
            <a:ahLst/>
            <a:cxnLst/>
            <a:rect r="r" b="b" t="t" l="l"/>
            <a:pathLst>
              <a:path h="1446187" w="1159579">
                <a:moveTo>
                  <a:pt x="0" y="0"/>
                </a:moveTo>
                <a:lnTo>
                  <a:pt x="1159579" y="0"/>
                </a:lnTo>
                <a:lnTo>
                  <a:pt x="1159579" y="1446188"/>
                </a:lnTo>
                <a:lnTo>
                  <a:pt x="0" y="144618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024186" y="3864027"/>
            <a:ext cx="1446187" cy="993925"/>
          </a:xfrm>
          <a:custGeom>
            <a:avLst/>
            <a:gdLst/>
            <a:ahLst/>
            <a:cxnLst/>
            <a:rect r="r" b="b" t="t" l="l"/>
            <a:pathLst>
              <a:path h="993925" w="1446187">
                <a:moveTo>
                  <a:pt x="0" y="0"/>
                </a:moveTo>
                <a:lnTo>
                  <a:pt x="1446187" y="0"/>
                </a:lnTo>
                <a:lnTo>
                  <a:pt x="1446187" y="993925"/>
                </a:lnTo>
                <a:lnTo>
                  <a:pt x="0" y="99392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112233" y="3637896"/>
            <a:ext cx="901895" cy="1446187"/>
          </a:xfrm>
          <a:custGeom>
            <a:avLst/>
            <a:gdLst/>
            <a:ahLst/>
            <a:cxnLst/>
            <a:rect r="r" b="b" t="t" l="l"/>
            <a:pathLst>
              <a:path h="1446187" w="901895">
                <a:moveTo>
                  <a:pt x="0" y="0"/>
                </a:moveTo>
                <a:lnTo>
                  <a:pt x="901895" y="0"/>
                </a:lnTo>
                <a:lnTo>
                  <a:pt x="901895" y="1446188"/>
                </a:lnTo>
                <a:lnTo>
                  <a:pt x="0" y="144618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915243" y="3783830"/>
            <a:ext cx="1446187" cy="1154321"/>
          </a:xfrm>
          <a:custGeom>
            <a:avLst/>
            <a:gdLst/>
            <a:ahLst/>
            <a:cxnLst/>
            <a:rect r="r" b="b" t="t" l="l"/>
            <a:pathLst>
              <a:path h="1154321" w="1446187">
                <a:moveTo>
                  <a:pt x="0" y="0"/>
                </a:moveTo>
                <a:lnTo>
                  <a:pt x="1446188" y="0"/>
                </a:lnTo>
                <a:lnTo>
                  <a:pt x="1446188" y="1154320"/>
                </a:lnTo>
                <a:lnTo>
                  <a:pt x="0" y="1154320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957167" y="3754906"/>
            <a:ext cx="1446187" cy="1212168"/>
          </a:xfrm>
          <a:custGeom>
            <a:avLst/>
            <a:gdLst/>
            <a:ahLst/>
            <a:cxnLst/>
            <a:rect r="r" b="b" t="t" l="l"/>
            <a:pathLst>
              <a:path h="1212168" w="1446187">
                <a:moveTo>
                  <a:pt x="0" y="0"/>
                </a:moveTo>
                <a:lnTo>
                  <a:pt x="1446187" y="0"/>
                </a:lnTo>
                <a:lnTo>
                  <a:pt x="1446187" y="1212168"/>
                </a:lnTo>
                <a:lnTo>
                  <a:pt x="0" y="1212168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015432" y="7221232"/>
            <a:ext cx="1245810" cy="1486325"/>
          </a:xfrm>
          <a:custGeom>
            <a:avLst/>
            <a:gdLst/>
            <a:ahLst/>
            <a:cxnLst/>
            <a:rect r="r" b="b" t="t" l="l"/>
            <a:pathLst>
              <a:path h="1486325" w="1245810">
                <a:moveTo>
                  <a:pt x="0" y="0"/>
                </a:moveTo>
                <a:lnTo>
                  <a:pt x="1245810" y="0"/>
                </a:lnTo>
                <a:lnTo>
                  <a:pt x="1245810" y="1486325"/>
                </a:lnTo>
                <a:lnTo>
                  <a:pt x="0" y="1486325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041141" y="7221232"/>
            <a:ext cx="1278239" cy="1486325"/>
          </a:xfrm>
          <a:custGeom>
            <a:avLst/>
            <a:gdLst/>
            <a:ahLst/>
            <a:cxnLst/>
            <a:rect r="r" b="b" t="t" l="l"/>
            <a:pathLst>
              <a:path h="1486325" w="1278239">
                <a:moveTo>
                  <a:pt x="0" y="0"/>
                </a:moveTo>
                <a:lnTo>
                  <a:pt x="1278239" y="0"/>
                </a:lnTo>
                <a:lnTo>
                  <a:pt x="1278239" y="1486325"/>
                </a:lnTo>
                <a:lnTo>
                  <a:pt x="0" y="1486325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860554" y="7221232"/>
            <a:ext cx="1405252" cy="1486325"/>
          </a:xfrm>
          <a:custGeom>
            <a:avLst/>
            <a:gdLst/>
            <a:ahLst/>
            <a:cxnLst/>
            <a:rect r="r" b="b" t="t" l="l"/>
            <a:pathLst>
              <a:path h="1486325" w="1405252">
                <a:moveTo>
                  <a:pt x="0" y="0"/>
                </a:moveTo>
                <a:lnTo>
                  <a:pt x="1405253" y="0"/>
                </a:lnTo>
                <a:lnTo>
                  <a:pt x="1405253" y="1486325"/>
                </a:lnTo>
                <a:lnTo>
                  <a:pt x="0" y="1486325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004117" y="7279334"/>
            <a:ext cx="1486325" cy="1370121"/>
          </a:xfrm>
          <a:custGeom>
            <a:avLst/>
            <a:gdLst/>
            <a:ahLst/>
            <a:cxnLst/>
            <a:rect r="r" b="b" t="t" l="l"/>
            <a:pathLst>
              <a:path h="1370121" w="1486325">
                <a:moveTo>
                  <a:pt x="0" y="0"/>
                </a:moveTo>
                <a:lnTo>
                  <a:pt x="1486325" y="0"/>
                </a:lnTo>
                <a:lnTo>
                  <a:pt x="1486325" y="1370121"/>
                </a:lnTo>
                <a:lnTo>
                  <a:pt x="0" y="1370121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970647" y="7221232"/>
            <a:ext cx="1121499" cy="1486325"/>
          </a:xfrm>
          <a:custGeom>
            <a:avLst/>
            <a:gdLst/>
            <a:ahLst/>
            <a:cxnLst/>
            <a:rect r="r" b="b" t="t" l="l"/>
            <a:pathLst>
              <a:path h="1486325" w="1121499">
                <a:moveTo>
                  <a:pt x="0" y="0"/>
                </a:moveTo>
                <a:lnTo>
                  <a:pt x="1121499" y="0"/>
                </a:lnTo>
                <a:lnTo>
                  <a:pt x="1121499" y="1486325"/>
                </a:lnTo>
                <a:lnTo>
                  <a:pt x="0" y="1486325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028700" y="2382042"/>
            <a:ext cx="5718889" cy="5594561"/>
            <a:chOff x="0" y="0"/>
            <a:chExt cx="7625185" cy="7459415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9525"/>
              <a:ext cx="7335742" cy="33938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080"/>
                </a:lnSpc>
              </a:pPr>
              <a:r>
                <a:rPr lang="en-US" sz="84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Trang</a:t>
              </a:r>
            </a:p>
            <a:p>
              <a:pPr algn="l">
                <a:lnSpc>
                  <a:spcPts val="10080"/>
                </a:lnSpc>
              </a:pPr>
              <a:r>
                <a:rPr lang="en-US" sz="84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Tài nguyên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4868090"/>
              <a:ext cx="7335742" cy="2591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Sử dụng các tài nguyên thiết kế này trong Bản thuyết trình Canva của bạn. Thiết kế vui vẻ!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Hãy xóa trang này trước khi trình bày.</a:t>
              </a:r>
            </a:p>
          </p:txBody>
        </p:sp>
        <p:sp>
          <p:nvSpPr>
            <p:cNvPr name="AutoShape 26" id="26"/>
            <p:cNvSpPr/>
            <p:nvPr/>
          </p:nvSpPr>
          <p:spPr>
            <a:xfrm>
              <a:off x="0" y="4146933"/>
              <a:ext cx="7625185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0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996387" y="1583918"/>
            <a:ext cx="4565699" cy="56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6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C để tạo hoa giấy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667245" y="3512837"/>
            <a:ext cx="4565699" cy="56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6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D để tạo tiếng trống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67245" y="5562553"/>
            <a:ext cx="4565699" cy="56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6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O để tạo bong bóng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96387" y="7529602"/>
            <a:ext cx="4262913" cy="1154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6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Bất kỳ số nào từ</a:t>
            </a:r>
          </a:p>
          <a:p>
            <a:pPr algn="l">
              <a:lnSpc>
                <a:spcPts val="4680"/>
              </a:lnSpc>
            </a:pPr>
            <a:r>
              <a:rPr lang="en-US" sz="36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0-9 để hẹn giờ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67245" y="1583918"/>
            <a:ext cx="4565699" cy="56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6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B để tạo hiệu ứng mờ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96387" y="5562553"/>
            <a:ext cx="4565699" cy="56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6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Q để tắt tiếng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67245" y="7548652"/>
            <a:ext cx="4565699" cy="56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6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U để hạ màn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96387" y="3512837"/>
            <a:ext cx="4565699" cy="56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6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M để thả mic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7469072" y="-1792490"/>
            <a:ext cx="13300516" cy="13300516"/>
          </a:xfrm>
          <a:custGeom>
            <a:avLst/>
            <a:gdLst/>
            <a:ahLst/>
            <a:cxnLst/>
            <a:rect r="r" b="b" t="t" l="l"/>
            <a:pathLst>
              <a:path h="13300516" w="13300516">
                <a:moveTo>
                  <a:pt x="0" y="0"/>
                </a:moveTo>
                <a:lnTo>
                  <a:pt x="13300516" y="0"/>
                </a:lnTo>
                <a:lnTo>
                  <a:pt x="13300516" y="13300515"/>
                </a:lnTo>
                <a:lnTo>
                  <a:pt x="0" y="13300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2600457"/>
            <a:ext cx="5478337" cy="2543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8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Trang</a:t>
            </a:r>
          </a:p>
          <a:p>
            <a:pPr algn="l">
              <a:lnSpc>
                <a:spcPts val="10080"/>
              </a:lnSpc>
            </a:pPr>
            <a:r>
              <a:rPr lang="en-US" sz="8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Tài nguyên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6279971"/>
            <a:ext cx="5243646" cy="1560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Tìm điều kỳ diệu và thú vị khi trình bày với Bản Thuyết Trình Canva. Nhấn các phím sau khi ở chế độ Trình bày!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028700" y="5844477"/>
            <a:ext cx="5718889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0">
            <a:off x="7503451" y="2735034"/>
            <a:ext cx="4834267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0">
            <a:off x="7503451" y="4857767"/>
            <a:ext cx="4834267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0">
            <a:off x="7503451" y="6783658"/>
            <a:ext cx="4834267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0">
            <a:off x="12882087" y="2735034"/>
            <a:ext cx="4834267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0">
            <a:off x="12882087" y="4857767"/>
            <a:ext cx="4834267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rot="0">
            <a:off x="12882087" y="6783658"/>
            <a:ext cx="4834267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DAHL4TrE3zk</dc:identifier>
  <dcterms:modified xsi:type="dcterms:W3CDTF">2011-08-01T06:04:30Z</dcterms:modified>
  <cp:revision>1</cp:revision>
  <dc:title>anh dương Đậm Xanh lá Dạ quang Tím Chuyên nghiệp Màu chuyển tiếp Kế hoạch Dự án Bản thuyết trình Kinh doanh</dc:title>
</cp:coreProperties>
</file>