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Vollkorn Bold" charset="1" panose="00000800000000000000"/>
      <p:regular r:id="rId36"/>
    </p:embeddedFont>
    <p:embeddedFont>
      <p:font typeface="Public Sans" charset="1" panose="00000000000000000000"/>
      <p:regular r:id="rId37"/>
    </p:embeddedFont>
    <p:embeddedFont>
      <p:font typeface="Vollkorn" charset="1" panose="000005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18" Target="../media/image43.png" Type="http://schemas.openxmlformats.org/officeDocument/2006/relationships/image"/><Relationship Id="rId19" Target="../media/image44.svg" Type="http://schemas.openxmlformats.org/officeDocument/2006/relationships/image"/><Relationship Id="rId2" Target="../media/image12.png" Type="http://schemas.openxmlformats.org/officeDocument/2006/relationships/image"/><Relationship Id="rId20" Target="../media/image45.png" Type="http://schemas.openxmlformats.org/officeDocument/2006/relationships/image"/><Relationship Id="rId21" Target="../media/image46.svg" Type="http://schemas.openxmlformats.org/officeDocument/2006/relationships/image"/><Relationship Id="rId22" Target="../media/image16.png" Type="http://schemas.openxmlformats.org/officeDocument/2006/relationships/image"/><Relationship Id="rId23" Target="../media/image17.svg" Type="http://schemas.openxmlformats.org/officeDocument/2006/relationships/image"/><Relationship Id="rId24" Target="../media/image47.png" Type="http://schemas.openxmlformats.org/officeDocument/2006/relationships/image"/><Relationship Id="rId25" Target="../media/image48.svg" Type="http://schemas.openxmlformats.org/officeDocument/2006/relationships/image"/><Relationship Id="rId26" Target="../media/image49.png" Type="http://schemas.openxmlformats.org/officeDocument/2006/relationships/image"/><Relationship Id="rId27" Target="../media/image50.svg" Type="http://schemas.openxmlformats.org/officeDocument/2006/relationships/image"/><Relationship Id="rId28" Target="../media/image51.png" Type="http://schemas.openxmlformats.org/officeDocument/2006/relationships/image"/><Relationship Id="rId29" Target="../media/image52.svg" Type="http://schemas.openxmlformats.org/officeDocument/2006/relationships/image"/><Relationship Id="rId3" Target="../media/image13.svg" Type="http://schemas.openxmlformats.org/officeDocument/2006/relationships/image"/><Relationship Id="rId30" Target="../media/image18.png" Type="http://schemas.openxmlformats.org/officeDocument/2006/relationships/image"/><Relationship Id="rId31" Target="../media/image19.svg" Type="http://schemas.openxmlformats.org/officeDocument/2006/relationships/image"/><Relationship Id="rId32" Target="../media/image53.png" Type="http://schemas.openxmlformats.org/officeDocument/2006/relationships/image"/><Relationship Id="rId33" Target="../media/image54.svg" Type="http://schemas.openxmlformats.org/officeDocument/2006/relationships/image"/><Relationship Id="rId34" Target="../media/image55.png" Type="http://schemas.openxmlformats.org/officeDocument/2006/relationships/image"/><Relationship Id="rId35" Target="../media/image56.svg" Type="http://schemas.openxmlformats.org/officeDocument/2006/relationships/image"/><Relationship Id="rId36" Target="../media/image57.png" Type="http://schemas.openxmlformats.org/officeDocument/2006/relationships/image"/><Relationship Id="rId37" Target="../media/image58.svg" Type="http://schemas.openxmlformats.org/officeDocument/2006/relationships/image"/><Relationship Id="rId38" Target="../media/image59.png" Type="http://schemas.openxmlformats.org/officeDocument/2006/relationships/image"/><Relationship Id="rId39" Target="../media/image60.svg" Type="http://schemas.openxmlformats.org/officeDocument/2006/relationships/image"/><Relationship Id="rId4" Target="../media/image31.png" Type="http://schemas.openxmlformats.org/officeDocument/2006/relationships/image"/><Relationship Id="rId40" Target="../media/image2.png" Type="http://schemas.openxmlformats.org/officeDocument/2006/relationships/image"/><Relationship Id="rId41" Target="../media/image3.svg" Type="http://schemas.openxmlformats.org/officeDocument/2006/relationships/image"/><Relationship Id="rId42" Target="../media/image61.png" Type="http://schemas.openxmlformats.org/officeDocument/2006/relationships/image"/><Relationship Id="rId43" Target="../media/image62.svg" Type="http://schemas.openxmlformats.org/officeDocument/2006/relationships/image"/><Relationship Id="rId44" Target="../media/image63.png" Type="http://schemas.openxmlformats.org/officeDocument/2006/relationships/image"/><Relationship Id="rId45" Target="../media/image64.svg" Type="http://schemas.openxmlformats.org/officeDocument/2006/relationships/image"/><Relationship Id="rId46" Target="../media/image65.png" Type="http://schemas.openxmlformats.org/officeDocument/2006/relationships/image"/><Relationship Id="rId47" Target="../media/image66.svg" Type="http://schemas.openxmlformats.org/officeDocument/2006/relationships/image"/><Relationship Id="rId48" Target="../media/image4.png" Type="http://schemas.openxmlformats.org/officeDocument/2006/relationships/image"/><Relationship Id="rId49" Target="../media/image5.sv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9430"/>
            <a:ext cx="12264783" cy="330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15"/>
              </a:lnSpc>
            </a:pPr>
            <a:r>
              <a:rPr lang="en-US" b="true" sz="11650" spc="-233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TIÊU ĐỀ</a:t>
            </a:r>
          </a:p>
          <a:p>
            <a:pPr algn="l">
              <a:lnSpc>
                <a:spcPts val="12815"/>
              </a:lnSpc>
            </a:pPr>
            <a:r>
              <a:rPr lang="en-US" b="true" sz="11650" spc="-233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CỦA BẠN TẠI ĐÂY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919410"/>
            <a:ext cx="6597224" cy="55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64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Thêm một mô tả ngắn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82050"/>
            <a:ext cx="1039412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383444"/>
            <a:ext cx="12257165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5"/>
              </a:lnSpc>
            </a:pPr>
            <a:r>
              <a:rPr lang="en-US" b="true" sz="5575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6775" y="4545912"/>
            <a:ext cx="13994451" cy="11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2"/>
              </a:lnSpc>
            </a:pPr>
            <a:r>
              <a:rPr lang="en-US" sz="6725">
                <a:solidFill>
                  <a:srgbClr val="F6F2E5"/>
                </a:solidFill>
                <a:latin typeface="Vollkorn"/>
                <a:ea typeface="Vollkorn"/>
                <a:cs typeface="Vollkorn"/>
                <a:sym typeface="Vollkorn"/>
              </a:rPr>
              <a:t>HÃY THÊM MỘT TIÊU ĐỀ CHO MỤC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24150" y="3317337"/>
            <a:ext cx="12839700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</a:t>
            </a:r>
          </a:p>
          <a:p>
            <a:pPr algn="ctr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24150" y="6277513"/>
            <a:ext cx="128397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640456" cy="10287000"/>
          </a:xfrm>
          <a:custGeom>
            <a:avLst/>
            <a:gdLst/>
            <a:ahLst/>
            <a:cxnLst/>
            <a:rect r="r" b="b" t="t" l="l"/>
            <a:pathLst>
              <a:path h="10287000" w="6640456">
                <a:moveTo>
                  <a:pt x="0" y="0"/>
                </a:moveTo>
                <a:lnTo>
                  <a:pt x="6640456" y="0"/>
                </a:lnTo>
                <a:lnTo>
                  <a:pt x="66404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8" t="0" r="-163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00260" y="1020762"/>
            <a:ext cx="9359040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</a:t>
            </a:r>
          </a:p>
          <a:p>
            <a:pPr algn="l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hoặc ý tưởng của bạn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00260" y="8768821"/>
            <a:ext cx="9359040" cy="47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4"/>
              </a:lnSpc>
            </a:pPr>
            <a:r>
              <a:rPr lang="en-US" sz="2775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13100"/>
            <a:ext cx="7672546" cy="370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</a:t>
            </a:r>
          </a:p>
          <a:p>
            <a:pPr algn="l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chủ đề hoặc</a:t>
            </a:r>
          </a:p>
          <a:p>
            <a:pPr algn="l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71499" y="2707443"/>
            <a:ext cx="4587801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900" b="tru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71499" y="6590351"/>
            <a:ext cx="4587801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71499" y="5869239"/>
            <a:ext cx="4587801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900" b="tru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71499" y="3499675"/>
            <a:ext cx="4587801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18483" y="5818502"/>
            <a:ext cx="1804296" cy="1804296"/>
            <a:chOff x="0" y="0"/>
            <a:chExt cx="2405728" cy="240572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05728" cy="2405728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B352E">
                  <a:alpha val="4706"/>
                </a:srgbClr>
              </a:soli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812585" y="812585"/>
              <a:ext cx="780558" cy="780558"/>
            </a:xfrm>
            <a:custGeom>
              <a:avLst/>
              <a:gdLst/>
              <a:ahLst/>
              <a:cxnLst/>
              <a:rect r="r" b="b" t="t" l="l"/>
              <a:pathLst>
                <a:path h="780558" w="780558">
                  <a:moveTo>
                    <a:pt x="0" y="0"/>
                  </a:moveTo>
                  <a:lnTo>
                    <a:pt x="780558" y="0"/>
                  </a:lnTo>
                  <a:lnTo>
                    <a:pt x="780558" y="780558"/>
                  </a:lnTo>
                  <a:lnTo>
                    <a:pt x="0" y="7805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118483" y="2664202"/>
            <a:ext cx="1804296" cy="1804296"/>
            <a:chOff x="0" y="0"/>
            <a:chExt cx="2405728" cy="240572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05728" cy="2405728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B352E">
                  <a:alpha val="4706"/>
                </a:srgbClr>
              </a:solidFill>
            </p:spPr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811513" y="751093"/>
              <a:ext cx="782703" cy="978378"/>
            </a:xfrm>
            <a:custGeom>
              <a:avLst/>
              <a:gdLst/>
              <a:ahLst/>
              <a:cxnLst/>
              <a:rect r="r" b="b" t="t" l="l"/>
              <a:pathLst>
                <a:path h="978378" w="782703">
                  <a:moveTo>
                    <a:pt x="0" y="0"/>
                  </a:moveTo>
                  <a:lnTo>
                    <a:pt x="782702" y="0"/>
                  </a:lnTo>
                  <a:lnTo>
                    <a:pt x="782702" y="978379"/>
                  </a:lnTo>
                  <a:lnTo>
                    <a:pt x="0" y="978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760667" y="381000"/>
            <a:ext cx="8191500" cy="9525000"/>
          </a:xfrm>
          <a:prstGeom prst="rect">
            <a:avLst/>
          </a:prstGeom>
          <a:solidFill>
            <a:srgbClr val="3B352E">
              <a:alpha val="274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75189" y="484489"/>
            <a:ext cx="7970335" cy="931802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6089741"/>
            <a:ext cx="639746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26135"/>
            <a:ext cx="7523179" cy="240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34"/>
              </a:lnSpc>
            </a:pPr>
            <a:r>
              <a:rPr lang="en-US" b="true" sz="4525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</a:t>
            </a:r>
          </a:p>
          <a:p>
            <a:pPr algn="l" marL="0" indent="0" lvl="0">
              <a:lnSpc>
                <a:spcPts val="6334"/>
              </a:lnSpc>
            </a:pPr>
            <a:r>
              <a:rPr lang="en-US" b="true" sz="4525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chủ đề hoặc</a:t>
            </a:r>
          </a:p>
          <a:p>
            <a:pPr algn="l" marL="0" indent="0" lvl="0">
              <a:lnSpc>
                <a:spcPts val="6334"/>
              </a:lnSpc>
            </a:pPr>
            <a:r>
              <a:rPr lang="en-US" b="true" sz="4525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ý tưởng của bạn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5675"/>
            <a:ext cx="9460491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</a:t>
            </a:r>
          </a:p>
          <a:p>
            <a:pPr algn="l" marL="0" indent="0" lvl="0">
              <a:lnSpc>
                <a:spcPts val="9800"/>
              </a:lnSpc>
            </a:pPr>
            <a:r>
              <a:rPr lang="en-US" b="true" sz="70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07332" y="8165465"/>
            <a:ext cx="705196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</a:t>
            </a:r>
          </a:p>
          <a:p>
            <a:pPr algn="r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những gì bạn muốn thảo luận.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1119" y="2886216"/>
            <a:ext cx="11545763" cy="265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6F2E5"/>
                </a:solidFill>
                <a:latin typeface="Vollkorn"/>
                <a:ea typeface="Vollkorn"/>
                <a:cs typeface="Vollkorn"/>
                <a:sym typeface="Vollkorn"/>
              </a:rPr>
              <a:t>TƯƠNG LAI THUỘC VỀ NHỮNG AI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6F2E5"/>
                </a:solidFill>
                <a:latin typeface="Vollkorn"/>
                <a:ea typeface="Vollkorn"/>
                <a:cs typeface="Vollkorn"/>
                <a:sym typeface="Vollkorn"/>
              </a:rPr>
              <a:t>TIN VÀO VẺ ĐẸP TRONG NHỮNG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6F2E5"/>
                </a:solidFill>
                <a:latin typeface="Vollkorn"/>
                <a:ea typeface="Vollkorn"/>
                <a:cs typeface="Vollkorn"/>
                <a:sym typeface="Vollkorn"/>
              </a:rPr>
              <a:t>GIẤC MƠ CỦA MÌNH.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71119" y="6757317"/>
            <a:ext cx="550366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Eleanor Roosevelt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613525"/>
            <a:ext cx="11425013" cy="264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>
                <a:solidFill>
                  <a:srgbClr val="3B352E"/>
                </a:solidFill>
                <a:latin typeface="Vollkorn"/>
                <a:ea typeface="Vollkorn"/>
                <a:cs typeface="Vollkorn"/>
                <a:sym typeface="Vollkorn"/>
              </a:rPr>
              <a:t>HÃY THÊM MỘT</a:t>
            </a:r>
          </a:p>
          <a:p>
            <a:pPr algn="l">
              <a:lnSpc>
                <a:spcPts val="10400"/>
              </a:lnSpc>
            </a:pPr>
            <a:r>
              <a:rPr lang="en-US" sz="8000">
                <a:solidFill>
                  <a:srgbClr val="3B352E"/>
                </a:solidFill>
                <a:latin typeface="Vollkorn"/>
                <a:ea typeface="Vollkorn"/>
                <a:cs typeface="Vollkorn"/>
                <a:sym typeface="Vollkorn"/>
              </a:rPr>
              <a:t>TIÊU ĐỀ CHO MỤC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73100" y="0"/>
            <a:ext cx="4914900" cy="10287000"/>
          </a:xfrm>
          <a:custGeom>
            <a:avLst/>
            <a:gdLst/>
            <a:ahLst/>
            <a:cxnLst/>
            <a:rect r="r" b="b" t="t" l="l"/>
            <a:pathLst>
              <a:path h="10287000" w="4914900">
                <a:moveTo>
                  <a:pt x="0" y="0"/>
                </a:moveTo>
                <a:lnTo>
                  <a:pt x="4914900" y="0"/>
                </a:lnTo>
                <a:lnTo>
                  <a:pt x="4914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67" t="0" r="-1976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4243"/>
            <a:ext cx="7523179" cy="240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34"/>
              </a:lnSpc>
            </a:pPr>
            <a:r>
              <a:rPr lang="en-US" b="true" sz="4525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</a:t>
            </a:r>
          </a:p>
          <a:p>
            <a:pPr algn="l" marL="0" indent="0" lvl="0">
              <a:lnSpc>
                <a:spcPts val="6334"/>
              </a:lnSpc>
            </a:pPr>
            <a:r>
              <a:rPr lang="en-US" b="true" sz="4525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chủ đề hoặc</a:t>
            </a:r>
          </a:p>
          <a:p>
            <a:pPr algn="l" marL="0" indent="0" lvl="0">
              <a:lnSpc>
                <a:spcPts val="6334"/>
              </a:lnSpc>
            </a:pPr>
            <a:r>
              <a:rPr lang="en-US" b="true" sz="4525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ý tưởng của bạn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183810"/>
            <a:ext cx="4587801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9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000172"/>
            <a:ext cx="4587801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5099" y="7199809"/>
            <a:ext cx="4587801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9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85099" y="8016171"/>
            <a:ext cx="4587801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61561"/>
            <a:ext cx="6151579" cy="339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65"/>
              </a:lnSpc>
            </a:pPr>
            <a:r>
              <a:rPr lang="en-US" b="true" sz="6475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</a:t>
            </a:r>
          </a:p>
          <a:p>
            <a:pPr algn="l" marL="0" indent="0" lvl="0">
              <a:lnSpc>
                <a:spcPts val="9065"/>
              </a:lnSpc>
            </a:pPr>
            <a:r>
              <a:rPr lang="en-US" b="true" sz="6475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chủ đề hoặc</a:t>
            </a:r>
          </a:p>
          <a:p>
            <a:pPr algn="l" marL="0" indent="0" lvl="0">
              <a:lnSpc>
                <a:spcPts val="9065"/>
              </a:lnSpc>
            </a:pPr>
            <a:r>
              <a:rPr lang="en-US" b="true" sz="6475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05800" y="2755037"/>
            <a:ext cx="4054401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5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05800" y="3580924"/>
            <a:ext cx="405440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sz="23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05800" y="1166336"/>
            <a:ext cx="40544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4000">
                <a:solidFill>
                  <a:srgbClr val="CBC8BA"/>
                </a:solidFill>
                <a:latin typeface="Vollkorn"/>
                <a:ea typeface="Vollkorn"/>
                <a:cs typeface="Vollkorn"/>
                <a:sym typeface="Vollkorn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05800" y="7526903"/>
            <a:ext cx="4054401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4"/>
              </a:lnSpc>
              <a:spcBef>
                <a:spcPct val="0"/>
              </a:spcBef>
            </a:pPr>
            <a:r>
              <a:rPr lang="en-US" b="true" sz="2575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05800" y="8352790"/>
            <a:ext cx="405440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sz="23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05800" y="5938202"/>
            <a:ext cx="40544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4000">
                <a:solidFill>
                  <a:srgbClr val="CBC8BA"/>
                </a:solidFill>
                <a:latin typeface="Vollkorn"/>
                <a:ea typeface="Vollkorn"/>
                <a:cs typeface="Vollkorn"/>
                <a:sym typeface="Vollkorn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04899" y="2755037"/>
            <a:ext cx="4054401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4"/>
              </a:lnSpc>
              <a:spcBef>
                <a:spcPct val="0"/>
              </a:spcBef>
            </a:pPr>
            <a:r>
              <a:rPr lang="en-US" b="true" sz="2575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04899" y="3580924"/>
            <a:ext cx="405440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sz="23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04899" y="1166336"/>
            <a:ext cx="40544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4000">
                <a:solidFill>
                  <a:srgbClr val="CBC8BA"/>
                </a:solidFill>
                <a:latin typeface="Vollkorn"/>
                <a:ea typeface="Vollkorn"/>
                <a:cs typeface="Vollkorn"/>
                <a:sym typeface="Vollkorn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04899" y="7526903"/>
            <a:ext cx="4054401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4"/>
              </a:lnSpc>
              <a:spcBef>
                <a:spcPct val="0"/>
              </a:spcBef>
            </a:pPr>
            <a:r>
              <a:rPr lang="en-US" b="true" sz="2575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04899" y="8352790"/>
            <a:ext cx="405440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sz="23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04899" y="5938202"/>
            <a:ext cx="40544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4000">
                <a:solidFill>
                  <a:srgbClr val="CBC8BA"/>
                </a:solidFill>
                <a:latin typeface="Vollkorn"/>
                <a:ea typeface="Vollkorn"/>
                <a:cs typeface="Vollkorn"/>
                <a:sym typeface="Vollkorn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6400800"/>
          </a:xfrm>
          <a:custGeom>
            <a:avLst/>
            <a:gdLst/>
            <a:ahLst/>
            <a:cxnLst/>
            <a:rect r="r" b="b" t="t" l="l"/>
            <a:pathLst>
              <a:path h="6400800" w="18288000">
                <a:moveTo>
                  <a:pt x="0" y="0"/>
                </a:moveTo>
                <a:lnTo>
                  <a:pt x="18288000" y="0"/>
                </a:lnTo>
                <a:lnTo>
                  <a:pt x="18288000" y="6400800"/>
                </a:lnTo>
                <a:lnTo>
                  <a:pt x="0" y="6400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607" r="0" b="-38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476122"/>
            <a:ext cx="16230600" cy="127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7"/>
              </a:lnSpc>
            </a:pPr>
            <a:r>
              <a:rPr lang="en-US" sz="7775">
                <a:solidFill>
                  <a:srgbClr val="F6F2E5"/>
                </a:solidFill>
                <a:latin typeface="Vollkorn"/>
                <a:ea typeface="Vollkorn"/>
                <a:cs typeface="Vollkorn"/>
                <a:sym typeface="Vollkorn"/>
              </a:rPr>
              <a:t>HÃY THÊM MỘT TIÊU ĐỀ CHO MỤC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3021407" cy="98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9"/>
              </a:lnSpc>
            </a:pPr>
            <a:r>
              <a:rPr lang="en-US" b="true" sz="56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054768"/>
            <a:ext cx="4033886" cy="44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835782"/>
            <a:ext cx="4033886" cy="78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sz="225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27057" y="7054768"/>
            <a:ext cx="4033886" cy="44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27057" y="7835782"/>
            <a:ext cx="4033886" cy="78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25414" y="7054768"/>
            <a:ext cx="4033886" cy="44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25414" y="7835782"/>
            <a:ext cx="4033886" cy="78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969537"/>
            <a:ext cx="26966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4000">
                <a:solidFill>
                  <a:srgbClr val="CBC8BA"/>
                </a:solidFill>
                <a:latin typeface="Vollkorn"/>
                <a:ea typeface="Vollkorn"/>
                <a:cs typeface="Vollkorn"/>
                <a:sym typeface="Vollkorn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27057" y="5969537"/>
            <a:ext cx="26966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4000">
                <a:solidFill>
                  <a:srgbClr val="CBC8BA"/>
                </a:solidFill>
                <a:latin typeface="Vollkorn"/>
                <a:ea typeface="Vollkorn"/>
                <a:cs typeface="Vollkorn"/>
                <a:sym typeface="Vollkorn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25414" y="5969537"/>
            <a:ext cx="26966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sz="4000">
                <a:solidFill>
                  <a:srgbClr val="CBC8BA"/>
                </a:solidFill>
                <a:latin typeface="Vollkorn"/>
                <a:ea typeface="Vollkorn"/>
                <a:cs typeface="Vollkorn"/>
                <a:sym typeface="Vollkorn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760667" y="381000"/>
            <a:ext cx="8191500" cy="9525000"/>
          </a:xfrm>
          <a:prstGeom prst="rect">
            <a:avLst/>
          </a:prstGeom>
          <a:solidFill>
            <a:srgbClr val="FFFFFF">
              <a:alpha val="274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933314" y="1548800"/>
            <a:ext cx="7842481" cy="746353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6099382"/>
            <a:ext cx="639746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95935"/>
            <a:ext cx="7523179" cy="21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0"/>
              </a:lnSpc>
            </a:pPr>
            <a:r>
              <a:rPr lang="en-US" b="true" sz="61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85917"/>
            <a:ext cx="18288000" cy="5901083"/>
          </a:xfrm>
          <a:custGeom>
            <a:avLst/>
            <a:gdLst/>
            <a:ahLst/>
            <a:cxnLst/>
            <a:rect r="r" b="b" t="t" l="l"/>
            <a:pathLst>
              <a:path h="5901083" w="18288000">
                <a:moveTo>
                  <a:pt x="0" y="0"/>
                </a:moveTo>
                <a:lnTo>
                  <a:pt x="18288000" y="0"/>
                </a:lnTo>
                <a:lnTo>
                  <a:pt x="18288000" y="5901083"/>
                </a:lnTo>
                <a:lnTo>
                  <a:pt x="0" y="5901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989" r="0" b="-616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157907" cy="3942652"/>
          </a:xfrm>
          <a:custGeom>
            <a:avLst/>
            <a:gdLst/>
            <a:ahLst/>
            <a:cxnLst/>
            <a:rect r="r" b="b" t="t" l="l"/>
            <a:pathLst>
              <a:path h="3942652" w="11157907">
                <a:moveTo>
                  <a:pt x="0" y="0"/>
                </a:moveTo>
                <a:lnTo>
                  <a:pt x="11157907" y="0"/>
                </a:lnTo>
                <a:lnTo>
                  <a:pt x="11157907" y="3942652"/>
                </a:lnTo>
                <a:lnTo>
                  <a:pt x="0" y="3942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335" r="0" b="-443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74904" y="1399826"/>
            <a:ext cx="427748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Viết chú thích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cho ảnh tại đây.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33979" y="5653190"/>
            <a:ext cx="1209471" cy="1209471"/>
            <a:chOff x="0" y="0"/>
            <a:chExt cx="1612627" cy="161262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612627" cy="1612627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B352E">
                  <a:alpha val="4706"/>
                </a:srgbClr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457036" y="457036"/>
              <a:ext cx="698555" cy="698555"/>
            </a:xfrm>
            <a:custGeom>
              <a:avLst/>
              <a:gdLst/>
              <a:ahLst/>
              <a:cxnLst/>
              <a:rect r="r" b="b" t="t" l="l"/>
              <a:pathLst>
                <a:path h="698555" w="698555">
                  <a:moveTo>
                    <a:pt x="0" y="0"/>
                  </a:moveTo>
                  <a:lnTo>
                    <a:pt x="698555" y="0"/>
                  </a:lnTo>
                  <a:lnTo>
                    <a:pt x="698555" y="698555"/>
                  </a:lnTo>
                  <a:lnTo>
                    <a:pt x="0" y="698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33979" y="7882040"/>
            <a:ext cx="1209471" cy="1209471"/>
            <a:chOff x="0" y="0"/>
            <a:chExt cx="1612627" cy="161262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612627" cy="1612627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B352E">
                  <a:alpha val="4706"/>
                </a:srgbClr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457036" y="457036"/>
              <a:ext cx="698555" cy="698555"/>
            </a:xfrm>
            <a:custGeom>
              <a:avLst/>
              <a:gdLst/>
              <a:ahLst/>
              <a:cxnLst/>
              <a:rect r="r" b="b" t="t" l="l"/>
              <a:pathLst>
                <a:path h="698555" w="698555">
                  <a:moveTo>
                    <a:pt x="0" y="0"/>
                  </a:moveTo>
                  <a:lnTo>
                    <a:pt x="698555" y="0"/>
                  </a:lnTo>
                  <a:lnTo>
                    <a:pt x="698555" y="698555"/>
                  </a:lnTo>
                  <a:lnTo>
                    <a:pt x="0" y="698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33979" y="3424340"/>
            <a:ext cx="1209471" cy="1209471"/>
            <a:chOff x="0" y="0"/>
            <a:chExt cx="1612627" cy="161262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612627" cy="1612627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B352E">
                  <a:alpha val="4706"/>
                </a:srgbClr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437595" y="457036"/>
              <a:ext cx="737438" cy="698555"/>
            </a:xfrm>
            <a:custGeom>
              <a:avLst/>
              <a:gdLst/>
              <a:ahLst/>
              <a:cxnLst/>
              <a:rect r="r" b="b" t="t" l="l"/>
              <a:pathLst>
                <a:path h="698555" w="737438">
                  <a:moveTo>
                    <a:pt x="0" y="0"/>
                  </a:moveTo>
                  <a:lnTo>
                    <a:pt x="737438" y="0"/>
                  </a:lnTo>
                  <a:lnTo>
                    <a:pt x="737438" y="698555"/>
                  </a:lnTo>
                  <a:lnTo>
                    <a:pt x="0" y="698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33979" y="1195490"/>
            <a:ext cx="1209471" cy="1209471"/>
            <a:chOff x="0" y="0"/>
            <a:chExt cx="1612627" cy="161262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612627" cy="1612627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B352E">
                  <a:alpha val="4706"/>
                </a:srgbClr>
              </a:solidFill>
            </p:spPr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452098" y="442846"/>
              <a:ext cx="708431" cy="726935"/>
            </a:xfrm>
            <a:custGeom>
              <a:avLst/>
              <a:gdLst/>
              <a:ahLst/>
              <a:cxnLst/>
              <a:rect r="r" b="b" t="t" l="l"/>
              <a:pathLst>
                <a:path h="726935" w="708431">
                  <a:moveTo>
                    <a:pt x="0" y="0"/>
                  </a:moveTo>
                  <a:lnTo>
                    <a:pt x="708431" y="0"/>
                  </a:lnTo>
                  <a:lnTo>
                    <a:pt x="708431" y="726935"/>
                  </a:lnTo>
                  <a:lnTo>
                    <a:pt x="0" y="726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0">
            <a:off x="0" y="0"/>
            <a:ext cx="7590290" cy="10287000"/>
          </a:xfrm>
          <a:prstGeom prst="rect">
            <a:avLst/>
          </a:prstGeom>
          <a:solidFill>
            <a:srgbClr val="3B352E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182417" y="4348692"/>
            <a:ext cx="5225456" cy="149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9"/>
              </a:lnSpc>
            </a:pPr>
            <a:r>
              <a:rPr lang="en-US" b="true" sz="425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57371" y="1233593"/>
            <a:ext cx="6301929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8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57371" y="1945005"/>
            <a:ext cx="630192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</a:pPr>
            <a:r>
              <a:rPr lang="en-US" sz="1875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57371" y="3462443"/>
            <a:ext cx="6301929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7371" y="4173855"/>
            <a:ext cx="630192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57371" y="5691293"/>
            <a:ext cx="6301929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57371" y="6402705"/>
            <a:ext cx="630192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57371" y="7920143"/>
            <a:ext cx="6301929" cy="47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8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57371" y="8631555"/>
            <a:ext cx="6301929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01944" y="540779"/>
            <a:ext cx="8716479" cy="920617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6074992"/>
            <a:ext cx="639746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những gì bạn muốn thảo luận.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48900"/>
            <a:ext cx="6397463" cy="181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0"/>
              </a:lnSpc>
            </a:pPr>
            <a:r>
              <a:rPr lang="en-US" b="true" sz="52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968444" cy="10287000"/>
          </a:xfrm>
          <a:custGeom>
            <a:avLst/>
            <a:gdLst/>
            <a:ahLst/>
            <a:cxnLst/>
            <a:rect r="r" b="b" t="t" l="l"/>
            <a:pathLst>
              <a:path h="10287000" w="6968444">
                <a:moveTo>
                  <a:pt x="0" y="0"/>
                </a:moveTo>
                <a:lnTo>
                  <a:pt x="6968444" y="0"/>
                </a:lnTo>
                <a:lnTo>
                  <a:pt x="69684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5" r="0" b="-8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3108325"/>
            <a:ext cx="7157813" cy="396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>
                <a:solidFill>
                  <a:srgbClr val="3B352E"/>
                </a:solidFill>
                <a:latin typeface="Vollkorn"/>
                <a:ea typeface="Vollkorn"/>
                <a:cs typeface="Vollkorn"/>
                <a:sym typeface="Vollkorn"/>
              </a:rPr>
              <a:t>HÃY THÊM MỘT TIÊU ĐỀ CHO MỤC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096000" y="0"/>
            <a:ext cx="6096000" cy="10287000"/>
          </a:xfrm>
          <a:prstGeom prst="rect">
            <a:avLst/>
          </a:prstGeom>
          <a:solidFill>
            <a:srgbClr val="FFFFFF">
              <a:alpha val="49804"/>
            </a:srgbClr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1503389"/>
            <a:ext cx="4002233" cy="44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74878"/>
            <a:ext cx="4002233" cy="74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42883" y="1503389"/>
            <a:ext cx="4002233" cy="44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42883" y="2274878"/>
            <a:ext cx="4002233" cy="74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57067" y="1503389"/>
            <a:ext cx="4002233" cy="44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57067" y="2274878"/>
            <a:ext cx="4002233" cy="74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461044" cy="10287000"/>
          </a:xfrm>
          <a:custGeom>
            <a:avLst/>
            <a:gdLst/>
            <a:ahLst/>
            <a:cxnLst/>
            <a:rect r="r" b="b" t="t" l="l"/>
            <a:pathLst>
              <a:path h="10287000" w="12461044">
                <a:moveTo>
                  <a:pt x="0" y="0"/>
                </a:moveTo>
                <a:lnTo>
                  <a:pt x="12461044" y="0"/>
                </a:lnTo>
                <a:lnTo>
                  <a:pt x="124610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94" t="0" r="-1083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80818" y="4572000"/>
            <a:ext cx="322050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Viết chú thích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cho ảnh tại đây.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760667" y="381000"/>
            <a:ext cx="8191500" cy="9525000"/>
          </a:xfrm>
          <a:prstGeom prst="rect">
            <a:avLst/>
          </a:prstGeom>
          <a:solidFill>
            <a:srgbClr val="3B352E">
              <a:alpha val="274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81439" y="649245"/>
            <a:ext cx="7633676" cy="896058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7796311"/>
            <a:ext cx="639746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62610"/>
            <a:ext cx="7523179" cy="21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0"/>
              </a:lnSpc>
            </a:pPr>
            <a:r>
              <a:rPr lang="en-US" b="true" sz="61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06939"/>
            <a:ext cx="9531724" cy="4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</a:pPr>
            <a:r>
              <a:rPr lang="en-US" sz="285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2819079" cy="100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</a:pPr>
            <a:r>
              <a:rPr lang="en-US" b="true" sz="58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15501" y="3296297"/>
            <a:ext cx="5141698" cy="280571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411928" y="6828469"/>
            <a:ext cx="5348843" cy="54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8 trên 12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43480" y="3393779"/>
            <a:ext cx="6316339" cy="2610753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527228" y="6828469"/>
            <a:ext cx="5348843" cy="54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9 trên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1928" y="7749763"/>
            <a:ext cx="5348843" cy="90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34"/>
              </a:lnSpc>
            </a:pPr>
            <a:r>
              <a:rPr lang="en-US" sz="2525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7228" y="7749763"/>
            <a:ext cx="5348843" cy="90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34"/>
              </a:lnSpc>
            </a:pPr>
            <a:r>
              <a:rPr lang="en-US" sz="2525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2822" y="1201979"/>
            <a:ext cx="12042356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30"/>
              </a:lnSpc>
            </a:pPr>
            <a:r>
              <a:rPr lang="en-US" b="true" sz="545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62800" y="552450"/>
            <a:ext cx="10629900" cy="9182100"/>
          </a:xfrm>
          <a:custGeom>
            <a:avLst/>
            <a:gdLst/>
            <a:ahLst/>
            <a:cxnLst/>
            <a:rect r="r" b="b" t="t" l="l"/>
            <a:pathLst>
              <a:path h="9182100" w="10629900">
                <a:moveTo>
                  <a:pt x="0" y="0"/>
                </a:moveTo>
                <a:lnTo>
                  <a:pt x="10629900" y="0"/>
                </a:lnTo>
                <a:lnTo>
                  <a:pt x="10629900" y="9182100"/>
                </a:lnTo>
                <a:lnTo>
                  <a:pt x="0" y="9182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84" t="0" r="-147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9046" y="4572000"/>
            <a:ext cx="431487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Viết chú thích</a:t>
            </a:r>
          </a:p>
          <a:p>
            <a:pPr algn="l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cho ảnh tại đây.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3B352E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4380093" y="5700180"/>
            <a:ext cx="9088895" cy="46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</a:pPr>
            <a:r>
              <a:rPr lang="en-US" sz="2700" u="none">
                <a:solidFill>
                  <a:srgbClr val="F6F2E5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1615" y="3948645"/>
            <a:ext cx="12224770" cy="9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0"/>
              </a:lnSpc>
            </a:pPr>
            <a:r>
              <a:rPr lang="en-US" b="true" sz="55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3999476"/>
            <a:ext cx="18288000" cy="3857536"/>
          </a:xfrm>
          <a:prstGeom prst="rect">
            <a:avLst/>
          </a:prstGeom>
          <a:solidFill>
            <a:srgbClr val="FFFFFF">
              <a:alpha val="49804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0582" y="4446281"/>
            <a:ext cx="5081016" cy="296392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603492" y="4446281"/>
            <a:ext cx="5081016" cy="296392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06402" y="4446281"/>
            <a:ext cx="5081016" cy="296392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24000" y="8355441"/>
            <a:ext cx="4234180" cy="46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b="true" sz="2650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26910" y="8355441"/>
            <a:ext cx="4234180" cy="46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5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29820" y="8355441"/>
            <a:ext cx="4234180" cy="46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5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thêm một điểm chính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5761" y="1170187"/>
            <a:ext cx="14136478" cy="98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</a:pPr>
            <a:r>
              <a:rPr lang="en-US" b="true" sz="560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 ý tưởng của bạn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5761" y="2435327"/>
            <a:ext cx="14136478" cy="41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trình bày ngắn gọn về những gì bạn muốn thảo luận.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3B3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94801" y="3641725"/>
            <a:ext cx="12498399" cy="282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</a:pPr>
            <a:r>
              <a:rPr lang="en-US" b="true" sz="80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Hãy viết chủ đề hoặc</a:t>
            </a:r>
          </a:p>
          <a:p>
            <a:pPr algn="ctr" marL="0" indent="0" lvl="0">
              <a:lnSpc>
                <a:spcPts val="11200"/>
              </a:lnSpc>
            </a:pPr>
            <a:r>
              <a:rPr lang="en-US" b="true" sz="8000" u="none">
                <a:solidFill>
                  <a:srgbClr val="F6F2E5"/>
                </a:solidFill>
                <a:latin typeface="Vollkorn Bold"/>
                <a:ea typeface="Vollkorn Bold"/>
                <a:cs typeface="Vollkorn Bold"/>
                <a:sym typeface="Vollkorn Bold"/>
              </a:rPr>
              <a:t>ý tưởng của bạn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1119" y="2973917"/>
            <a:ext cx="11545763" cy="265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B352E"/>
                </a:solidFill>
                <a:latin typeface="Vollkorn"/>
                <a:ea typeface="Vollkorn"/>
                <a:cs typeface="Vollkorn"/>
                <a:sym typeface="Vollkorn"/>
              </a:rPr>
              <a:t>TƯƠNG LAI THUỘC VỀ NHỮNG AI</a:t>
            </a:r>
          </a:p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B352E"/>
                </a:solidFill>
                <a:latin typeface="Vollkorn"/>
                <a:ea typeface="Vollkorn"/>
                <a:cs typeface="Vollkorn"/>
                <a:sym typeface="Vollkorn"/>
              </a:rPr>
              <a:t>TIN VÀO VẺ ĐẸP TRONG</a:t>
            </a:r>
          </a:p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B352E"/>
                </a:solidFill>
                <a:latin typeface="Vollkorn"/>
                <a:ea typeface="Vollkorn"/>
                <a:cs typeface="Vollkorn"/>
                <a:sym typeface="Vollkorn"/>
              </a:rPr>
              <a:t>NHỮNG GIẤC MƠ CỦA MÌNH.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0099" y="6669617"/>
            <a:ext cx="458780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00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Eleanor Roosevelt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9397" y="2717502"/>
            <a:ext cx="4917920" cy="78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sz="225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Hãy sử dụng những yếu tố này</a:t>
            </a:r>
          </a:p>
          <a:p>
            <a:pPr algn="l" marL="0" indent="0" lvl="0">
              <a:lnSpc>
                <a:spcPts val="3149"/>
              </a:lnSpc>
            </a:pPr>
            <a:r>
              <a:rPr lang="en-US" sz="2250" u="none">
                <a:solidFill>
                  <a:srgbClr val="3B352E"/>
                </a:solidFill>
                <a:latin typeface="Public Sans"/>
                <a:ea typeface="Public Sans"/>
                <a:cs typeface="Public Sans"/>
                <a:sym typeface="Public Sans"/>
              </a:rPr>
              <a:t>trong bài thuyết trình Canva của bạn.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9397" y="1276792"/>
            <a:ext cx="4917920" cy="68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30"/>
              </a:lnSpc>
            </a:pPr>
            <a:r>
              <a:rPr lang="en-US" b="true" sz="3950" u="none">
                <a:solidFill>
                  <a:srgbClr val="3B352E"/>
                </a:solidFill>
                <a:latin typeface="Vollkorn Bold"/>
                <a:ea typeface="Vollkorn Bold"/>
                <a:cs typeface="Vollkorn Bold"/>
                <a:sym typeface="Vollkorn Bold"/>
              </a:rPr>
              <a:t>Biểu tượng miễn phí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543824" y="6520953"/>
            <a:ext cx="772033" cy="772033"/>
          </a:xfrm>
          <a:custGeom>
            <a:avLst/>
            <a:gdLst/>
            <a:ahLst/>
            <a:cxnLst/>
            <a:rect r="r" b="b" t="t" l="l"/>
            <a:pathLst>
              <a:path h="772033" w="772033">
                <a:moveTo>
                  <a:pt x="0" y="0"/>
                </a:moveTo>
                <a:lnTo>
                  <a:pt x="772034" y="0"/>
                </a:lnTo>
                <a:lnTo>
                  <a:pt x="772034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95532" y="6520953"/>
            <a:ext cx="772033" cy="772033"/>
          </a:xfrm>
          <a:custGeom>
            <a:avLst/>
            <a:gdLst/>
            <a:ahLst/>
            <a:cxnLst/>
            <a:rect r="r" b="b" t="t" l="l"/>
            <a:pathLst>
              <a:path h="772033" w="772033">
                <a:moveTo>
                  <a:pt x="0" y="0"/>
                </a:moveTo>
                <a:lnTo>
                  <a:pt x="772033" y="0"/>
                </a:lnTo>
                <a:lnTo>
                  <a:pt x="772033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25753" y="6505270"/>
            <a:ext cx="832145" cy="803398"/>
          </a:xfrm>
          <a:custGeom>
            <a:avLst/>
            <a:gdLst/>
            <a:ahLst/>
            <a:cxnLst/>
            <a:rect r="r" b="b" t="t" l="l"/>
            <a:pathLst>
              <a:path h="803398" w="832145">
                <a:moveTo>
                  <a:pt x="0" y="0"/>
                </a:moveTo>
                <a:lnTo>
                  <a:pt x="832145" y="0"/>
                </a:lnTo>
                <a:lnTo>
                  <a:pt x="832145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91861" y="6520953"/>
            <a:ext cx="803398" cy="803398"/>
          </a:xfrm>
          <a:custGeom>
            <a:avLst/>
            <a:gdLst/>
            <a:ahLst/>
            <a:cxnLst/>
            <a:rect r="r" b="b" t="t" l="l"/>
            <a:pathLst>
              <a:path h="803398" w="803398">
                <a:moveTo>
                  <a:pt x="0" y="0"/>
                </a:moveTo>
                <a:lnTo>
                  <a:pt x="803398" y="0"/>
                </a:lnTo>
                <a:lnTo>
                  <a:pt x="803398" y="803398"/>
                </a:lnTo>
                <a:lnTo>
                  <a:pt x="0" y="803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09809" y="6520953"/>
            <a:ext cx="772033" cy="772033"/>
          </a:xfrm>
          <a:custGeom>
            <a:avLst/>
            <a:gdLst/>
            <a:ahLst/>
            <a:cxnLst/>
            <a:rect r="r" b="b" t="t" l="l"/>
            <a:pathLst>
              <a:path h="772033" w="772033">
                <a:moveTo>
                  <a:pt x="0" y="0"/>
                </a:moveTo>
                <a:lnTo>
                  <a:pt x="772033" y="0"/>
                </a:lnTo>
                <a:lnTo>
                  <a:pt x="772033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05560" y="8200547"/>
            <a:ext cx="642719" cy="803398"/>
          </a:xfrm>
          <a:custGeom>
            <a:avLst/>
            <a:gdLst/>
            <a:ahLst/>
            <a:cxnLst/>
            <a:rect r="r" b="b" t="t" l="l"/>
            <a:pathLst>
              <a:path h="803398" w="642719">
                <a:moveTo>
                  <a:pt x="0" y="0"/>
                </a:moveTo>
                <a:lnTo>
                  <a:pt x="642719" y="0"/>
                </a:lnTo>
                <a:lnTo>
                  <a:pt x="642719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68385" y="8200547"/>
            <a:ext cx="1020483" cy="803398"/>
          </a:xfrm>
          <a:custGeom>
            <a:avLst/>
            <a:gdLst/>
            <a:ahLst/>
            <a:cxnLst/>
            <a:rect r="r" b="b" t="t" l="l"/>
            <a:pathLst>
              <a:path h="803398" w="1020483">
                <a:moveTo>
                  <a:pt x="0" y="0"/>
                </a:moveTo>
                <a:lnTo>
                  <a:pt x="1020483" y="0"/>
                </a:lnTo>
                <a:lnTo>
                  <a:pt x="1020483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85408" y="8200547"/>
            <a:ext cx="706991" cy="803398"/>
          </a:xfrm>
          <a:custGeom>
            <a:avLst/>
            <a:gdLst/>
            <a:ahLst/>
            <a:cxnLst/>
            <a:rect r="r" b="b" t="t" l="l"/>
            <a:pathLst>
              <a:path h="803398" w="706991">
                <a:moveTo>
                  <a:pt x="0" y="0"/>
                </a:moveTo>
                <a:lnTo>
                  <a:pt x="706991" y="0"/>
                </a:lnTo>
                <a:lnTo>
                  <a:pt x="706991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12311" y="8216230"/>
            <a:ext cx="756655" cy="803398"/>
          </a:xfrm>
          <a:custGeom>
            <a:avLst/>
            <a:gdLst/>
            <a:ahLst/>
            <a:cxnLst/>
            <a:rect r="r" b="b" t="t" l="l"/>
            <a:pathLst>
              <a:path h="803398" w="756655">
                <a:moveTo>
                  <a:pt x="0" y="0"/>
                </a:moveTo>
                <a:lnTo>
                  <a:pt x="756655" y="0"/>
                </a:lnTo>
                <a:lnTo>
                  <a:pt x="756655" y="803398"/>
                </a:lnTo>
                <a:lnTo>
                  <a:pt x="0" y="8033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66492" y="8200547"/>
            <a:ext cx="452825" cy="803398"/>
          </a:xfrm>
          <a:custGeom>
            <a:avLst/>
            <a:gdLst/>
            <a:ahLst/>
            <a:cxnLst/>
            <a:rect r="r" b="b" t="t" l="l"/>
            <a:pathLst>
              <a:path h="803398" w="452825">
                <a:moveTo>
                  <a:pt x="0" y="0"/>
                </a:moveTo>
                <a:lnTo>
                  <a:pt x="452824" y="0"/>
                </a:lnTo>
                <a:lnTo>
                  <a:pt x="452824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22338" y="4825676"/>
            <a:ext cx="815006" cy="772033"/>
          </a:xfrm>
          <a:custGeom>
            <a:avLst/>
            <a:gdLst/>
            <a:ahLst/>
            <a:cxnLst/>
            <a:rect r="r" b="b" t="t" l="l"/>
            <a:pathLst>
              <a:path h="772033" w="815006">
                <a:moveTo>
                  <a:pt x="0" y="0"/>
                </a:moveTo>
                <a:lnTo>
                  <a:pt x="815006" y="0"/>
                </a:lnTo>
                <a:lnTo>
                  <a:pt x="815006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72735" y="4825676"/>
            <a:ext cx="617627" cy="772033"/>
          </a:xfrm>
          <a:custGeom>
            <a:avLst/>
            <a:gdLst/>
            <a:ahLst/>
            <a:cxnLst/>
            <a:rect r="r" b="b" t="t" l="l"/>
            <a:pathLst>
              <a:path h="772033" w="617627">
                <a:moveTo>
                  <a:pt x="0" y="0"/>
                </a:moveTo>
                <a:lnTo>
                  <a:pt x="617627" y="0"/>
                </a:lnTo>
                <a:lnTo>
                  <a:pt x="617627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455809" y="4825676"/>
            <a:ext cx="772033" cy="772033"/>
          </a:xfrm>
          <a:custGeom>
            <a:avLst/>
            <a:gdLst/>
            <a:ahLst/>
            <a:cxnLst/>
            <a:rect r="r" b="b" t="t" l="l"/>
            <a:pathLst>
              <a:path h="772033" w="772033">
                <a:moveTo>
                  <a:pt x="0" y="0"/>
                </a:moveTo>
                <a:lnTo>
                  <a:pt x="772033" y="0"/>
                </a:lnTo>
                <a:lnTo>
                  <a:pt x="772033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18154" y="4825676"/>
            <a:ext cx="750812" cy="803398"/>
          </a:xfrm>
          <a:custGeom>
            <a:avLst/>
            <a:gdLst/>
            <a:ahLst/>
            <a:cxnLst/>
            <a:rect r="r" b="b" t="t" l="l"/>
            <a:pathLst>
              <a:path h="803398" w="750812">
                <a:moveTo>
                  <a:pt x="0" y="0"/>
                </a:moveTo>
                <a:lnTo>
                  <a:pt x="750812" y="0"/>
                </a:lnTo>
                <a:lnTo>
                  <a:pt x="750812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704351" y="4809994"/>
            <a:ext cx="782948" cy="803398"/>
          </a:xfrm>
          <a:custGeom>
            <a:avLst/>
            <a:gdLst/>
            <a:ahLst/>
            <a:cxnLst/>
            <a:rect r="r" b="b" t="t" l="l"/>
            <a:pathLst>
              <a:path h="803398" w="782948">
                <a:moveTo>
                  <a:pt x="0" y="0"/>
                </a:moveTo>
                <a:lnTo>
                  <a:pt x="782948" y="0"/>
                </a:lnTo>
                <a:lnTo>
                  <a:pt x="782948" y="803398"/>
                </a:lnTo>
                <a:lnTo>
                  <a:pt x="0" y="80339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95059" y="3130399"/>
            <a:ext cx="669563" cy="772033"/>
          </a:xfrm>
          <a:custGeom>
            <a:avLst/>
            <a:gdLst/>
            <a:ahLst/>
            <a:cxnLst/>
            <a:rect r="r" b="b" t="t" l="l"/>
            <a:pathLst>
              <a:path h="772033" w="669563">
                <a:moveTo>
                  <a:pt x="0" y="0"/>
                </a:moveTo>
                <a:lnTo>
                  <a:pt x="669564" y="0"/>
                </a:lnTo>
                <a:lnTo>
                  <a:pt x="669564" y="772034"/>
                </a:lnTo>
                <a:lnTo>
                  <a:pt x="0" y="77203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542556" y="3130399"/>
            <a:ext cx="677986" cy="772033"/>
          </a:xfrm>
          <a:custGeom>
            <a:avLst/>
            <a:gdLst/>
            <a:ahLst/>
            <a:cxnLst/>
            <a:rect r="r" b="b" t="t" l="l"/>
            <a:pathLst>
              <a:path h="772033" w="677986">
                <a:moveTo>
                  <a:pt x="0" y="0"/>
                </a:moveTo>
                <a:lnTo>
                  <a:pt x="677985" y="0"/>
                </a:lnTo>
                <a:lnTo>
                  <a:pt x="677985" y="772034"/>
                </a:lnTo>
                <a:lnTo>
                  <a:pt x="0" y="77203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455809" y="3130399"/>
            <a:ext cx="772033" cy="772033"/>
          </a:xfrm>
          <a:custGeom>
            <a:avLst/>
            <a:gdLst/>
            <a:ahLst/>
            <a:cxnLst/>
            <a:rect r="r" b="b" t="t" l="l"/>
            <a:pathLst>
              <a:path h="772033" w="772033">
                <a:moveTo>
                  <a:pt x="0" y="0"/>
                </a:moveTo>
                <a:lnTo>
                  <a:pt x="772033" y="0"/>
                </a:lnTo>
                <a:lnTo>
                  <a:pt x="772033" y="772034"/>
                </a:lnTo>
                <a:lnTo>
                  <a:pt x="0" y="77203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375852" y="3130399"/>
            <a:ext cx="635415" cy="803398"/>
          </a:xfrm>
          <a:custGeom>
            <a:avLst/>
            <a:gdLst/>
            <a:ahLst/>
            <a:cxnLst/>
            <a:rect r="r" b="b" t="t" l="l"/>
            <a:pathLst>
              <a:path h="803398" w="635415">
                <a:moveTo>
                  <a:pt x="0" y="0"/>
                </a:moveTo>
                <a:lnTo>
                  <a:pt x="635415" y="0"/>
                </a:lnTo>
                <a:lnTo>
                  <a:pt x="635415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04351" y="3124942"/>
            <a:ext cx="782948" cy="782948"/>
          </a:xfrm>
          <a:custGeom>
            <a:avLst/>
            <a:gdLst/>
            <a:ahLst/>
            <a:cxnLst/>
            <a:rect r="r" b="b" t="t" l="l"/>
            <a:pathLst>
              <a:path h="782948" w="782948">
                <a:moveTo>
                  <a:pt x="0" y="0"/>
                </a:moveTo>
                <a:lnTo>
                  <a:pt x="782948" y="0"/>
                </a:lnTo>
                <a:lnTo>
                  <a:pt x="782948" y="782948"/>
                </a:lnTo>
                <a:lnTo>
                  <a:pt x="0" y="782948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705623" y="1372042"/>
            <a:ext cx="450587" cy="772033"/>
          </a:xfrm>
          <a:custGeom>
            <a:avLst/>
            <a:gdLst/>
            <a:ahLst/>
            <a:cxnLst/>
            <a:rect r="r" b="b" t="t" l="l"/>
            <a:pathLst>
              <a:path h="772033" w="450587">
                <a:moveTo>
                  <a:pt x="0" y="0"/>
                </a:moveTo>
                <a:lnTo>
                  <a:pt x="450587" y="0"/>
                </a:lnTo>
                <a:lnTo>
                  <a:pt x="450587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577320" y="1372042"/>
            <a:ext cx="610608" cy="772033"/>
          </a:xfrm>
          <a:custGeom>
            <a:avLst/>
            <a:gdLst/>
            <a:ahLst/>
            <a:cxnLst/>
            <a:rect r="r" b="b" t="t" l="l"/>
            <a:pathLst>
              <a:path h="772033" w="610608">
                <a:moveTo>
                  <a:pt x="0" y="0"/>
                </a:moveTo>
                <a:lnTo>
                  <a:pt x="610608" y="0"/>
                </a:lnTo>
                <a:lnTo>
                  <a:pt x="610608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534087" y="1372042"/>
            <a:ext cx="617627" cy="772033"/>
          </a:xfrm>
          <a:custGeom>
            <a:avLst/>
            <a:gdLst/>
            <a:ahLst/>
            <a:cxnLst/>
            <a:rect r="r" b="b" t="t" l="l"/>
            <a:pathLst>
              <a:path h="772033" w="617627">
                <a:moveTo>
                  <a:pt x="0" y="0"/>
                </a:moveTo>
                <a:lnTo>
                  <a:pt x="617627" y="0"/>
                </a:lnTo>
                <a:lnTo>
                  <a:pt x="617627" y="772033"/>
                </a:lnTo>
                <a:lnTo>
                  <a:pt x="0" y="772033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295858" y="1372042"/>
            <a:ext cx="797556" cy="803398"/>
          </a:xfrm>
          <a:custGeom>
            <a:avLst/>
            <a:gdLst/>
            <a:ahLst/>
            <a:cxnLst/>
            <a:rect r="r" b="b" t="t" l="l"/>
            <a:pathLst>
              <a:path h="803398" w="797556">
                <a:moveTo>
                  <a:pt x="0" y="0"/>
                </a:moveTo>
                <a:lnTo>
                  <a:pt x="797555" y="0"/>
                </a:lnTo>
                <a:lnTo>
                  <a:pt x="797555" y="803399"/>
                </a:lnTo>
                <a:lnTo>
                  <a:pt x="0" y="803399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704351" y="1267372"/>
            <a:ext cx="785099" cy="981374"/>
          </a:xfrm>
          <a:custGeom>
            <a:avLst/>
            <a:gdLst/>
            <a:ahLst/>
            <a:cxnLst/>
            <a:rect r="r" b="b" t="t" l="l"/>
            <a:pathLst>
              <a:path h="981374" w="785099">
                <a:moveTo>
                  <a:pt x="0" y="0"/>
                </a:moveTo>
                <a:lnTo>
                  <a:pt x="785100" y="0"/>
                </a:lnTo>
                <a:lnTo>
                  <a:pt x="785100" y="981374"/>
                </a:lnTo>
                <a:lnTo>
                  <a:pt x="0" y="981374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DAHL4VL8Bxg</dc:identifier>
  <dcterms:modified xsi:type="dcterms:W3CDTF">2011-08-01T06:04:30Z</dcterms:modified>
  <cp:revision>1</cp:revision>
  <dc:title>Nâu Màu kem Đơn giản Phông chữ Serif cho Doanh nghiệp Bản thuyết trình</dc:title>
</cp:coreProperties>
</file>