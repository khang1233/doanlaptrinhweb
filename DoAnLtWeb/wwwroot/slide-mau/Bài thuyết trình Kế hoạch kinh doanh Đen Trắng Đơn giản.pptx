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Faustina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.jpe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2" Target="../media/image18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88893" y="0"/>
            <a:ext cx="3221301" cy="10287000"/>
          </a:xfrm>
          <a:custGeom>
            <a:avLst/>
            <a:gdLst/>
            <a:ahLst/>
            <a:cxnLst/>
            <a:rect r="r" b="b" t="t" l="l"/>
            <a:pathLst>
              <a:path h="10287000" w="3221301">
                <a:moveTo>
                  <a:pt x="0" y="0"/>
                </a:moveTo>
                <a:lnTo>
                  <a:pt x="3221302" y="0"/>
                </a:lnTo>
                <a:lnTo>
                  <a:pt x="32213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793" t="-1875" r="-84066" b="-202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49047"/>
            <a:ext cx="11419084" cy="4960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69"/>
              </a:lnSpc>
            </a:pPr>
            <a:r>
              <a:rPr lang="en-US" sz="17608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Kế hoạch kinh doanh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849121"/>
            <a:ext cx="7352785" cy="353358"/>
            <a:chOff x="0" y="0"/>
            <a:chExt cx="9803713" cy="471144"/>
          </a:xfrm>
        </p:grpSpPr>
        <p:sp>
          <p:nvSpPr>
            <p:cNvPr name="AutoShape 5" id="5"/>
            <p:cNvSpPr/>
            <p:nvPr/>
          </p:nvSpPr>
          <p:spPr>
            <a:xfrm rot="0">
              <a:off x="0" y="220389"/>
              <a:ext cx="2485879" cy="38100"/>
            </a:xfrm>
            <a:prstGeom prst="rect">
              <a:avLst/>
            </a:prstGeom>
            <a:solidFill>
              <a:srgbClr val="0B0B0B"/>
            </a:solidFill>
          </p:spPr>
        </p:sp>
        <p:sp>
          <p:nvSpPr>
            <p:cNvPr name="TextBox 6" id="6"/>
            <p:cNvSpPr txBox="true"/>
            <p:nvPr/>
          </p:nvSpPr>
          <p:spPr>
            <a:xfrm rot="0">
              <a:off x="3413373" y="57150"/>
              <a:ext cx="6390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39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01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8999833"/>
            <a:ext cx="7802656" cy="25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0"/>
              </a:lnSpc>
            </a:pPr>
            <a:r>
              <a:rPr lang="en-US" sz="1970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Kế hoạch kinh doanh | Tháng 1 năm 2030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04394" y="7245108"/>
            <a:ext cx="6754906" cy="201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958"/>
              </a:lnSpc>
            </a:pPr>
            <a:r>
              <a:rPr lang="en-US" sz="7234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Điểm nổi bật của bài thuyết trình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8696650" cy="559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Tóm tắt hoạt động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Mô tả công ty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Đội ngũ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Triển vọng ngành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Thị trường mục tiêu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Phân tích cạnh tranh - biểu đồ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Điểm mạnh và điểm yếu của đối thủ cạnh tranh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Tập trung kinh doanh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Tương lai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Tiếp thị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Tài trợ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Dự báo đầu tư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012492"/>
            <a:ext cx="5611906" cy="24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196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Kế hoạch kinh doanh | Tháng 1 năm 2030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064424" y="1028700"/>
            <a:ext cx="4194876" cy="353358"/>
            <a:chOff x="0" y="0"/>
            <a:chExt cx="5593168" cy="471144"/>
          </a:xfrm>
        </p:grpSpPr>
        <p:sp>
          <p:nvSpPr>
            <p:cNvPr name="AutoShape 6" id="6"/>
            <p:cNvSpPr/>
            <p:nvPr/>
          </p:nvSpPr>
          <p:spPr>
            <a:xfrm rot="0">
              <a:off x="3107289" y="220389"/>
              <a:ext cx="2485879" cy="3810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57150"/>
              <a:ext cx="2072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99"/>
                </a:lnSpc>
              </a:pPr>
              <a:r>
                <a:rPr lang="en-US" sz="239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1140"/>
            <a:ext cx="7212106" cy="244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Tóm tắt</a:t>
            </a:r>
          </a:p>
          <a:p>
            <a:pPr algn="l">
              <a:lnSpc>
                <a:spcPts val="9679"/>
              </a:lnSpc>
            </a:pPr>
            <a:r>
              <a:rPr lang="en-US" sz="8799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hoạt động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7921354"/>
            <a:ext cx="7212106" cy="1336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869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Bài thuyết trình là công cụ giao tiếp có thể</a:t>
            </a:r>
          </a:p>
          <a:p>
            <a:pPr algn="l">
              <a:lnSpc>
                <a:spcPts val="3730"/>
              </a:lnSpc>
            </a:pPr>
            <a:r>
              <a:rPr lang="en-US" sz="2869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được sử dụng dưới dạng trình diễn, bài giảng, bài phát biểu, báo cáo, v.v.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064424" y="1028700"/>
            <a:ext cx="4194876" cy="353358"/>
            <a:chOff x="0" y="0"/>
            <a:chExt cx="5593168" cy="471144"/>
          </a:xfrm>
        </p:grpSpPr>
        <p:sp>
          <p:nvSpPr>
            <p:cNvPr name="AutoShape 5" id="5"/>
            <p:cNvSpPr/>
            <p:nvPr/>
          </p:nvSpPr>
          <p:spPr>
            <a:xfrm rot="0">
              <a:off x="3107289" y="220389"/>
              <a:ext cx="2485879" cy="38100"/>
            </a:xfrm>
            <a:prstGeom prst="rect">
              <a:avLst/>
            </a:prstGeom>
            <a:solidFill>
              <a:srgbClr val="0B0B0B"/>
            </a:solid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57150"/>
              <a:ext cx="2072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99"/>
                </a:lnSpc>
              </a:pPr>
              <a:r>
                <a:rPr lang="en-US" sz="239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03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647394" y="9012492"/>
            <a:ext cx="5611906" cy="24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9"/>
              </a:lnSpc>
            </a:pPr>
            <a:r>
              <a:rPr lang="en-US" sz="1969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Kế hoạch kinh doanh | Tháng 1 năm 2030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291857" cy="10287000"/>
          </a:xfrm>
          <a:custGeom>
            <a:avLst/>
            <a:gdLst/>
            <a:ahLst/>
            <a:cxnLst/>
            <a:rect r="r" b="b" t="t" l="l"/>
            <a:pathLst>
              <a:path h="10287000" w="291857">
                <a:moveTo>
                  <a:pt x="0" y="0"/>
                </a:moveTo>
                <a:lnTo>
                  <a:pt x="291857" y="0"/>
                </a:lnTo>
                <a:lnTo>
                  <a:pt x="29185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0295" t="-1952" r="-1546435" b="-1952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49969" y="2871022"/>
            <a:ext cx="6609331" cy="3865946"/>
            <a:chOff x="0" y="0"/>
            <a:chExt cx="8812441" cy="515459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5725"/>
              <a:ext cx="8812441" cy="3285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9679"/>
                </a:lnSpc>
              </a:pPr>
              <a:r>
                <a:rPr lang="en-US" sz="879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Mô tả</a:t>
              </a:r>
            </a:p>
            <a:p>
              <a:pPr algn="r">
                <a:lnSpc>
                  <a:spcPts val="9679"/>
                </a:lnSpc>
              </a:pPr>
              <a:r>
                <a:rPr lang="en-US" sz="879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công ty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028984"/>
              <a:ext cx="8812441" cy="1125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560"/>
                </a:lnSpc>
              </a:pPr>
              <a:r>
                <a:rPr lang="en-US" sz="273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Bài thuyết trình là công cụ giao tiếp có thể được sử dụng như bài giảng, báo cáo, v.v.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64424" y="1028700"/>
            <a:ext cx="4194876" cy="353358"/>
            <a:chOff x="0" y="0"/>
            <a:chExt cx="5593168" cy="471144"/>
          </a:xfrm>
        </p:grpSpPr>
        <p:sp>
          <p:nvSpPr>
            <p:cNvPr name="AutoShape 6" id="6"/>
            <p:cNvSpPr/>
            <p:nvPr/>
          </p:nvSpPr>
          <p:spPr>
            <a:xfrm rot="0">
              <a:off x="3107289" y="220389"/>
              <a:ext cx="2485879" cy="38100"/>
            </a:xfrm>
            <a:prstGeom prst="rect">
              <a:avLst/>
            </a:prstGeom>
            <a:solidFill>
              <a:srgbClr val="0B0B0B"/>
            </a:solid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57150"/>
              <a:ext cx="2072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99"/>
                </a:lnSpc>
              </a:pPr>
              <a:r>
                <a:rPr lang="en-US" sz="239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04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991447" y="1855638"/>
            <a:ext cx="5290918" cy="7402662"/>
          </a:xfrm>
          <a:custGeom>
            <a:avLst/>
            <a:gdLst/>
            <a:ahLst/>
            <a:cxnLst/>
            <a:rect r="r" b="b" t="t" l="l"/>
            <a:pathLst>
              <a:path h="7402662" w="5290918">
                <a:moveTo>
                  <a:pt x="0" y="0"/>
                </a:moveTo>
                <a:lnTo>
                  <a:pt x="5290917" y="0"/>
                </a:lnTo>
                <a:lnTo>
                  <a:pt x="5290917" y="7402662"/>
                </a:lnTo>
                <a:lnTo>
                  <a:pt x="0" y="7402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81" r="-24623" b="-938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56681" y="1028700"/>
            <a:ext cx="5821905" cy="7243997"/>
          </a:xfrm>
          <a:custGeom>
            <a:avLst/>
            <a:gdLst/>
            <a:ahLst/>
            <a:cxnLst/>
            <a:rect r="r" b="b" t="t" l="l"/>
            <a:pathLst>
              <a:path h="7243997" w="5821905">
                <a:moveTo>
                  <a:pt x="0" y="0"/>
                </a:moveTo>
                <a:lnTo>
                  <a:pt x="5821906" y="0"/>
                </a:lnTo>
                <a:lnTo>
                  <a:pt x="5821906" y="7243997"/>
                </a:lnTo>
                <a:lnTo>
                  <a:pt x="0" y="72439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962" t="0" r="-34562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647394" y="9012492"/>
            <a:ext cx="5611906" cy="24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9"/>
              </a:lnSpc>
            </a:pPr>
            <a:r>
              <a:rPr lang="en-US" sz="1969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Kế hoạch kinh doanh | Tháng 1 năm 2030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8929" r="-51196" b="-1294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0"/>
            <a:ext cx="2590800" cy="10287000"/>
            <a:chOff x="0" y="0"/>
            <a:chExt cx="3454400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4783" t="0" r="24783" b="0"/>
            <a:stretch>
              <a:fillRect/>
            </a:stretch>
          </p:blipFill>
          <p:spPr>
            <a:xfrm flipH="false" flipV="false">
              <a:off x="0" y="0"/>
              <a:ext cx="3454400" cy="4572000"/>
            </a:xfrm>
            <a:prstGeom prst="rect">
              <a:avLst/>
            </a:prstGeom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0" t="5842" r="0" b="5842"/>
            <a:stretch>
              <a:fillRect/>
            </a:stretch>
          </p:blipFill>
          <p:spPr>
            <a:xfrm flipH="false" flipV="false">
              <a:off x="0" y="4572000"/>
              <a:ext cx="3454400" cy="4572000"/>
            </a:xfrm>
            <a:prstGeom prst="rect">
              <a:avLst/>
            </a:prstGeom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rcRect l="0" t="5842" r="0" b="5842"/>
            <a:stretch>
              <a:fillRect/>
            </a:stretch>
          </p:blipFill>
          <p:spPr>
            <a:xfrm flipH="false" flipV="false">
              <a:off x="0" y="9144000"/>
              <a:ext cx="3454400" cy="4572000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1028700" y="4569153"/>
            <a:ext cx="6609331" cy="123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Đội ngũ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745469" y="1084216"/>
            <a:ext cx="4513831" cy="1257164"/>
            <a:chOff x="0" y="0"/>
            <a:chExt cx="6018441" cy="167621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088568"/>
              <a:ext cx="6018441" cy="577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30"/>
                </a:lnSpc>
              </a:pPr>
              <a:r>
                <a:rPr lang="en-US" sz="28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Chủ tịch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110"/>
              <a:ext cx="6018441" cy="616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30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HOÀNG CƯỜNG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849121"/>
            <a:ext cx="5733535" cy="353358"/>
            <a:chOff x="0" y="0"/>
            <a:chExt cx="7644713" cy="471144"/>
          </a:xfrm>
        </p:grpSpPr>
        <p:sp>
          <p:nvSpPr>
            <p:cNvPr name="AutoShape 12" id="12"/>
            <p:cNvSpPr/>
            <p:nvPr/>
          </p:nvSpPr>
          <p:spPr>
            <a:xfrm rot="0">
              <a:off x="0" y="220389"/>
              <a:ext cx="2485879" cy="38100"/>
            </a:xfrm>
            <a:prstGeom prst="rect">
              <a:avLst/>
            </a:prstGeom>
            <a:solidFill>
              <a:srgbClr val="0B0B0B"/>
            </a:solid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3413373" y="57150"/>
              <a:ext cx="4231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39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05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9012492"/>
            <a:ext cx="5611906" cy="24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1969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Kế hoạch kinh doanh | Tháng 1 năm 2030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745469" y="4536354"/>
            <a:ext cx="4513831" cy="1257164"/>
            <a:chOff x="0" y="0"/>
            <a:chExt cx="6018441" cy="167621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088568"/>
              <a:ext cx="6018441" cy="577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30"/>
                </a:lnSpc>
              </a:pPr>
              <a:r>
                <a:rPr lang="en-US" sz="28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Phó Chủ tịch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9110"/>
              <a:ext cx="6018441" cy="616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30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CÔNG MINH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745469" y="7829289"/>
            <a:ext cx="4513831" cy="1257164"/>
            <a:chOff x="0" y="0"/>
            <a:chExt cx="6018441" cy="1676218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088568"/>
              <a:ext cx="6018441" cy="577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30"/>
                </a:lnSpc>
              </a:pPr>
              <a:r>
                <a:rPr lang="en-US" sz="28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Quản lý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9110"/>
              <a:ext cx="6018441" cy="616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30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ÁNH DƯƠNG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10271" y="8023881"/>
            <a:ext cx="8649029" cy="123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79"/>
              </a:lnSpc>
            </a:pPr>
            <a:r>
              <a:rPr lang="en-US" sz="87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Triển vọng ngành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6221749" cy="6454887"/>
            <a:chOff x="0" y="0"/>
            <a:chExt cx="8295665" cy="860651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51596"/>
              <a:ext cx="8295665" cy="1175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30"/>
                </a:lnSpc>
              </a:pPr>
              <a:r>
                <a:rPr lang="en-US" sz="28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Bài thuyết trình là công cụ giao tiếp</a:t>
              </a:r>
            </a:p>
            <a:p>
              <a:pPr algn="l">
                <a:lnSpc>
                  <a:spcPts val="3730"/>
                </a:lnSpc>
              </a:pPr>
              <a:r>
                <a:rPr lang="en-US" sz="28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có thể được sử dụng như bài giảng.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9050"/>
              <a:ext cx="8295665" cy="616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30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ĐIỂM NỔI BẬT 1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96538"/>
              <a:ext cx="8295665" cy="1175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30"/>
                </a:lnSpc>
              </a:pPr>
              <a:r>
                <a:rPr lang="en-US" sz="28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Bài thuyết trình là công cụ giao tiếp</a:t>
              </a:r>
            </a:p>
            <a:p>
              <a:pPr algn="l">
                <a:lnSpc>
                  <a:spcPts val="3730"/>
                </a:lnSpc>
              </a:pPr>
              <a:r>
                <a:rPr lang="en-US" sz="28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có thể được sử dụng như bài giảng.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125891"/>
              <a:ext cx="8295665" cy="616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30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ĐIỂM NỔI BẬT 2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389047"/>
              <a:ext cx="8295665" cy="1175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30"/>
                </a:lnSpc>
              </a:pPr>
              <a:r>
                <a:rPr lang="en-US" sz="28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Bài thuyết trình là công cụ giao tiếp</a:t>
              </a:r>
            </a:p>
            <a:p>
              <a:pPr algn="l">
                <a:lnSpc>
                  <a:spcPts val="3730"/>
                </a:lnSpc>
              </a:pPr>
              <a:r>
                <a:rPr lang="en-US" sz="28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có thể được sử dụng như bài giảng.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418401"/>
              <a:ext cx="8295665" cy="616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30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ĐIỂM NỔI BẬT 3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9012492"/>
            <a:ext cx="5611906" cy="24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196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Kế hoạch kinh doanh | Tháng 1 năm 2030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10271" y="2001740"/>
            <a:ext cx="8264484" cy="3685813"/>
          </a:xfrm>
          <a:custGeom>
            <a:avLst/>
            <a:gdLst/>
            <a:ahLst/>
            <a:cxnLst/>
            <a:rect r="r" b="b" t="t" l="l"/>
            <a:pathLst>
              <a:path h="3685813" w="8264484">
                <a:moveTo>
                  <a:pt x="0" y="0"/>
                </a:moveTo>
                <a:lnTo>
                  <a:pt x="8264484" y="0"/>
                </a:lnTo>
                <a:lnTo>
                  <a:pt x="8264484" y="3685813"/>
                </a:lnTo>
                <a:lnTo>
                  <a:pt x="0" y="3685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453" t="-146594" r="0" b="-10156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2538925"/>
            <a:ext cx="8115300" cy="4553878"/>
          </a:xfrm>
          <a:custGeom>
            <a:avLst/>
            <a:gdLst/>
            <a:ahLst/>
            <a:cxnLst/>
            <a:rect r="r" b="b" t="t" l="l"/>
            <a:pathLst>
              <a:path h="4553878" w="8115300">
                <a:moveTo>
                  <a:pt x="0" y="0"/>
                </a:moveTo>
                <a:lnTo>
                  <a:pt x="8115300" y="0"/>
                </a:lnTo>
                <a:lnTo>
                  <a:pt x="8115300" y="4553878"/>
                </a:lnTo>
                <a:lnTo>
                  <a:pt x="0" y="4553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364" r="0" b="-9364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064424" y="1028700"/>
            <a:ext cx="4194876" cy="353358"/>
            <a:chOff x="0" y="0"/>
            <a:chExt cx="5593168" cy="471144"/>
          </a:xfrm>
        </p:grpSpPr>
        <p:sp>
          <p:nvSpPr>
            <p:cNvPr name="AutoShape 14" id="14"/>
            <p:cNvSpPr/>
            <p:nvPr/>
          </p:nvSpPr>
          <p:spPr>
            <a:xfrm rot="0">
              <a:off x="3107289" y="220389"/>
              <a:ext cx="2485879" cy="3810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57150"/>
              <a:ext cx="2072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99"/>
                </a:lnSpc>
              </a:pPr>
              <a:r>
                <a:rPr lang="en-US" sz="239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8929" r="-51196" b="-129462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18288000" cy="7967622"/>
          </a:xfrm>
          <a:prstGeom prst="rect">
            <a:avLst/>
          </a:prstGeom>
          <a:solidFill>
            <a:srgbClr val="FFFFFF"/>
          </a:solid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92642" y="815638"/>
            <a:ext cx="5655468" cy="367106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51027" y="815638"/>
            <a:ext cx="5655468" cy="3671062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109411" y="815638"/>
            <a:ext cx="5655468" cy="3671062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13064424" y="8899142"/>
            <a:ext cx="4194876" cy="353358"/>
            <a:chOff x="0" y="0"/>
            <a:chExt cx="5593168" cy="471144"/>
          </a:xfrm>
        </p:grpSpPr>
        <p:sp>
          <p:nvSpPr>
            <p:cNvPr name="AutoShape 8" id="8"/>
            <p:cNvSpPr/>
            <p:nvPr/>
          </p:nvSpPr>
          <p:spPr>
            <a:xfrm rot="0">
              <a:off x="3107289" y="220389"/>
              <a:ext cx="2485879" cy="3810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57150"/>
              <a:ext cx="2072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99"/>
                </a:lnSpc>
              </a:pPr>
              <a:r>
                <a:rPr lang="en-US" sz="239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07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4762500"/>
            <a:ext cx="4513831" cy="1616715"/>
            <a:chOff x="0" y="0"/>
            <a:chExt cx="6018441" cy="215562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078596"/>
              <a:ext cx="6018441" cy="1077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253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Bài thuyết trình là công cụ có thể được sử dụng như bài giảng.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28575"/>
              <a:ext cx="6018441" cy="62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60"/>
                </a:lnSpc>
              </a:pPr>
              <a:r>
                <a:rPr lang="en-US" sz="29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THEO ĐỘ TUỔI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87085" y="4762500"/>
            <a:ext cx="4815002" cy="1616715"/>
            <a:chOff x="0" y="0"/>
            <a:chExt cx="6420002" cy="215562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078596"/>
              <a:ext cx="6018441" cy="1077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253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Bài thuyết trình là công cụ có thể được sử dụng như bài giảng.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6420002" cy="62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60"/>
                </a:lnSpc>
              </a:pPr>
              <a:r>
                <a:rPr lang="en-US" sz="29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THEO PHÂN KHÚC KINH TẾ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745469" y="4762500"/>
            <a:ext cx="4513831" cy="1616715"/>
            <a:chOff x="0" y="0"/>
            <a:chExt cx="6018441" cy="215562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078596"/>
              <a:ext cx="6018441" cy="1077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253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Bài thuyết trình là công cụ có thể được sử dụng như bài giảng.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28575"/>
              <a:ext cx="6018441" cy="62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60"/>
                </a:lnSpc>
              </a:pPr>
              <a:r>
                <a:rPr lang="en-US" sz="29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THEO VỊ TRÍ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8513144"/>
            <a:ext cx="11542385" cy="123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Thị trường mục tiêu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9027" y="3721147"/>
            <a:ext cx="6820273" cy="244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79"/>
              </a:lnSpc>
            </a:pPr>
            <a:r>
              <a:rPr lang="en-US" sz="8799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Phân tích cạnh tranh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100176" y="1035545"/>
            <a:ext cx="5561744" cy="1685468"/>
            <a:chOff x="0" y="0"/>
            <a:chExt cx="7415659" cy="224729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099549"/>
              <a:ext cx="7415659" cy="11267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70"/>
                </a:lnSpc>
              </a:pPr>
              <a:r>
                <a:rPr lang="en-US" sz="26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Bài thuyết trình là công cụ có thể được sử dụng như bài giảng.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9110"/>
              <a:ext cx="7415659" cy="616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30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THEO ĐỘ TUỔI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100176" y="4295894"/>
            <a:ext cx="5561744" cy="1685468"/>
            <a:chOff x="0" y="0"/>
            <a:chExt cx="7415659" cy="224729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099549"/>
              <a:ext cx="7415659" cy="11267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70"/>
                </a:lnSpc>
              </a:pPr>
              <a:r>
                <a:rPr lang="en-US" sz="26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Bài thuyết trình là công cụ có thể được sử dụng như bài giảng.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9050"/>
              <a:ext cx="7415659" cy="616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30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THEO PHÂN KHÚC KINH TẾ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00176" y="7565987"/>
            <a:ext cx="5561744" cy="1685468"/>
            <a:chOff x="0" y="0"/>
            <a:chExt cx="7415659" cy="224729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099549"/>
              <a:ext cx="7415659" cy="11267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70"/>
                </a:lnSpc>
              </a:pPr>
              <a:r>
                <a:rPr lang="en-US" sz="26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Bài thuyết trình là công cụ có thể được sử dụng như bài giảng.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9110"/>
              <a:ext cx="7415659" cy="616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30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THEO VỊ TRÍ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064424" y="1028700"/>
            <a:ext cx="4194876" cy="353358"/>
            <a:chOff x="0" y="0"/>
            <a:chExt cx="5593168" cy="471144"/>
          </a:xfrm>
        </p:grpSpPr>
        <p:sp>
          <p:nvSpPr>
            <p:cNvPr name="AutoShape 13" id="13"/>
            <p:cNvSpPr/>
            <p:nvPr/>
          </p:nvSpPr>
          <p:spPr>
            <a:xfrm rot="0">
              <a:off x="3107289" y="220389"/>
              <a:ext cx="2485879" cy="38100"/>
            </a:xfrm>
            <a:prstGeom prst="rect">
              <a:avLst/>
            </a:prstGeom>
            <a:solidFill>
              <a:srgbClr val="0B0B0B"/>
            </a:solid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57150"/>
              <a:ext cx="2072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99"/>
                </a:lnSpc>
              </a:pPr>
              <a:r>
                <a:rPr lang="en-US" sz="239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08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647394" y="9012492"/>
            <a:ext cx="5611906" cy="24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9"/>
              </a:lnSpc>
            </a:pPr>
            <a:r>
              <a:rPr lang="en-US" sz="1969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Kế hoạch kinh doanh | Tháng 1 năm 2030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8700" y="904141"/>
            <a:ext cx="1948276" cy="1948276"/>
          </a:xfrm>
          <a:custGeom>
            <a:avLst/>
            <a:gdLst/>
            <a:ahLst/>
            <a:cxnLst/>
            <a:rect r="r" b="b" t="t" l="l"/>
            <a:pathLst>
              <a:path h="1948276" w="1948276">
                <a:moveTo>
                  <a:pt x="0" y="0"/>
                </a:moveTo>
                <a:lnTo>
                  <a:pt x="1948276" y="0"/>
                </a:lnTo>
                <a:lnTo>
                  <a:pt x="1948276" y="1948276"/>
                </a:lnTo>
                <a:lnTo>
                  <a:pt x="0" y="1948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4169362"/>
            <a:ext cx="1948276" cy="1948276"/>
          </a:xfrm>
          <a:custGeom>
            <a:avLst/>
            <a:gdLst/>
            <a:ahLst/>
            <a:cxnLst/>
            <a:rect r="r" b="b" t="t" l="l"/>
            <a:pathLst>
              <a:path h="1948276" w="1948276">
                <a:moveTo>
                  <a:pt x="0" y="0"/>
                </a:moveTo>
                <a:lnTo>
                  <a:pt x="1948276" y="0"/>
                </a:lnTo>
                <a:lnTo>
                  <a:pt x="1948276" y="1948276"/>
                </a:lnTo>
                <a:lnTo>
                  <a:pt x="0" y="194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7434583"/>
            <a:ext cx="1948276" cy="1948276"/>
          </a:xfrm>
          <a:custGeom>
            <a:avLst/>
            <a:gdLst/>
            <a:ahLst/>
            <a:cxnLst/>
            <a:rect r="r" b="b" t="t" l="l"/>
            <a:pathLst>
              <a:path h="1948276" w="1948276">
                <a:moveTo>
                  <a:pt x="0" y="0"/>
                </a:moveTo>
                <a:lnTo>
                  <a:pt x="1948276" y="0"/>
                </a:lnTo>
                <a:lnTo>
                  <a:pt x="1948276" y="1948276"/>
                </a:lnTo>
                <a:lnTo>
                  <a:pt x="0" y="1948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0" y="0"/>
            <a:ext cx="291857" cy="10287000"/>
          </a:xfrm>
          <a:custGeom>
            <a:avLst/>
            <a:gdLst/>
            <a:ahLst/>
            <a:cxnLst/>
            <a:rect r="r" b="b" t="t" l="l"/>
            <a:pathLst>
              <a:path h="10287000" w="291857">
                <a:moveTo>
                  <a:pt x="0" y="0"/>
                </a:moveTo>
                <a:lnTo>
                  <a:pt x="291857" y="0"/>
                </a:lnTo>
                <a:lnTo>
                  <a:pt x="29185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00295" t="-1952" r="-1546435" b="-1952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16230600" cy="8229600"/>
          </a:xfrm>
          <a:prstGeom prst="rect">
            <a:avLst/>
          </a:prstGeom>
          <a:solidFill>
            <a:srgbClr val="0B0B0B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258185" y="3727618"/>
            <a:ext cx="9771631" cy="2772807"/>
            <a:chOff x="0" y="0"/>
            <a:chExt cx="13028841" cy="369707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521702"/>
              <a:ext cx="13028841" cy="1175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30"/>
                </a:lnSpc>
              </a:pPr>
              <a:r>
                <a:rPr lang="en-US" sz="28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Bài thuyết trình là công cụ giao tiếp có thể được sử dụng</a:t>
              </a:r>
            </a:p>
            <a:p>
              <a:pPr algn="ctr">
                <a:lnSpc>
                  <a:spcPts val="3730"/>
                </a:lnSpc>
              </a:pPr>
              <a:r>
                <a:rPr lang="en-US" sz="28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như bài giảng, báo cáo, v.v.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13028841" cy="215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79"/>
                </a:lnSpc>
              </a:pPr>
              <a:r>
                <a:rPr lang="en-US" sz="5060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Điểm mạnh và điểm yếu</a:t>
              </a:r>
            </a:p>
            <a:p>
              <a:pPr algn="ctr">
                <a:lnSpc>
                  <a:spcPts val="6579"/>
                </a:lnSpc>
              </a:pPr>
              <a:r>
                <a:rPr lang="en-US" sz="5060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của đối thủ cạnh tranh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580594" y="8174292"/>
            <a:ext cx="5611906" cy="24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9"/>
              </a:lnSpc>
            </a:pPr>
            <a:r>
              <a:rPr lang="en-US" sz="196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Kế hoạch kinh doanh | Tháng 1 năm 2030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915525" y="1942872"/>
            <a:ext cx="5733535" cy="353358"/>
            <a:chOff x="0" y="0"/>
            <a:chExt cx="7644713" cy="471144"/>
          </a:xfrm>
        </p:grpSpPr>
        <p:sp>
          <p:nvSpPr>
            <p:cNvPr name="AutoShape 8" id="8"/>
            <p:cNvSpPr/>
            <p:nvPr/>
          </p:nvSpPr>
          <p:spPr>
            <a:xfrm rot="0">
              <a:off x="0" y="220389"/>
              <a:ext cx="2485879" cy="3810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413373" y="57150"/>
              <a:ext cx="4231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39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8929" r="-51196" b="-12946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86635" y="849121"/>
            <a:ext cx="5821905" cy="7323329"/>
          </a:xfrm>
          <a:custGeom>
            <a:avLst/>
            <a:gdLst/>
            <a:ahLst/>
            <a:cxnLst/>
            <a:rect r="r" b="b" t="t" l="l"/>
            <a:pathLst>
              <a:path h="7323329" w="5821905">
                <a:moveTo>
                  <a:pt x="0" y="0"/>
                </a:moveTo>
                <a:lnTo>
                  <a:pt x="5821905" y="0"/>
                </a:lnTo>
                <a:lnTo>
                  <a:pt x="5821905" y="7323329"/>
                </a:lnTo>
                <a:lnTo>
                  <a:pt x="0" y="7323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566" r="-13257" b="-948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54631" y="1696436"/>
            <a:ext cx="5290918" cy="7402662"/>
          </a:xfrm>
          <a:custGeom>
            <a:avLst/>
            <a:gdLst/>
            <a:ahLst/>
            <a:cxnLst/>
            <a:rect r="r" b="b" t="t" l="l"/>
            <a:pathLst>
              <a:path h="7402662" w="5290918">
                <a:moveTo>
                  <a:pt x="0" y="0"/>
                </a:moveTo>
                <a:lnTo>
                  <a:pt x="5290917" y="0"/>
                </a:lnTo>
                <a:lnTo>
                  <a:pt x="5290917" y="7402662"/>
                </a:lnTo>
                <a:lnTo>
                  <a:pt x="0" y="7402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271" t="0" r="-34407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849121"/>
            <a:ext cx="7352785" cy="353358"/>
            <a:chOff x="0" y="0"/>
            <a:chExt cx="9803713" cy="471144"/>
          </a:xfrm>
        </p:grpSpPr>
        <p:sp>
          <p:nvSpPr>
            <p:cNvPr name="AutoShape 6" id="6"/>
            <p:cNvSpPr/>
            <p:nvPr/>
          </p:nvSpPr>
          <p:spPr>
            <a:xfrm rot="0">
              <a:off x="0" y="220389"/>
              <a:ext cx="2485879" cy="38100"/>
            </a:xfrm>
            <a:prstGeom prst="rect">
              <a:avLst/>
            </a:prstGeom>
            <a:solidFill>
              <a:srgbClr val="0B0B0B"/>
            </a:solidFill>
          </p:spPr>
        </p:sp>
        <p:sp>
          <p:nvSpPr>
            <p:cNvPr name="TextBox 7" id="7"/>
            <p:cNvSpPr txBox="true"/>
            <p:nvPr/>
          </p:nvSpPr>
          <p:spPr>
            <a:xfrm rot="0">
              <a:off x="3413373" y="57150"/>
              <a:ext cx="6390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39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10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499244"/>
            <a:ext cx="7556301" cy="3178385"/>
            <a:chOff x="0" y="0"/>
            <a:chExt cx="10075068" cy="423784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6675"/>
              <a:ext cx="10075068" cy="2496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31"/>
                </a:lnSpc>
              </a:pPr>
              <a:r>
                <a:rPr lang="en-US" sz="6665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Sản phẩm và dịch vụ của chúng tôi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112236"/>
              <a:ext cx="7228541" cy="1125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0"/>
                </a:lnSpc>
              </a:pPr>
              <a:r>
                <a:rPr lang="en-US" sz="273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Bài thuyết trình là công cụ giao tiếp có thể được sử dụng như bài giảng.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9012492"/>
            <a:ext cx="5611906" cy="24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1969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Kế hoạch kinh doanh | Tháng 1 năm 2030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8929" r="-51196" b="-12946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460790"/>
            <a:ext cx="7212106" cy="123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Tính năng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42794" y="1457290"/>
            <a:ext cx="4316506" cy="44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86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Tính năng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42794" y="3164264"/>
            <a:ext cx="4316506" cy="44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86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Tính năng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42794" y="4909427"/>
            <a:ext cx="4316506" cy="44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86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Tính năng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42794" y="6578214"/>
            <a:ext cx="4316506" cy="44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86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Tính năng 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42794" y="8360732"/>
            <a:ext cx="4316506" cy="44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86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Tính năng 5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979783" y="5838148"/>
            <a:ext cx="1948276" cy="1948276"/>
          </a:xfrm>
          <a:custGeom>
            <a:avLst/>
            <a:gdLst/>
            <a:ahLst/>
            <a:cxnLst/>
            <a:rect r="r" b="b" t="t" l="l"/>
            <a:pathLst>
              <a:path h="1948276" w="1948276">
                <a:moveTo>
                  <a:pt x="0" y="0"/>
                </a:moveTo>
                <a:lnTo>
                  <a:pt x="1948276" y="0"/>
                </a:lnTo>
                <a:lnTo>
                  <a:pt x="1948276" y="1948276"/>
                </a:lnTo>
                <a:lnTo>
                  <a:pt x="0" y="1948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79783" y="717224"/>
            <a:ext cx="1948276" cy="1948276"/>
          </a:xfrm>
          <a:custGeom>
            <a:avLst/>
            <a:gdLst/>
            <a:ahLst/>
            <a:cxnLst/>
            <a:rect r="r" b="b" t="t" l="l"/>
            <a:pathLst>
              <a:path h="1948276" w="1948276">
                <a:moveTo>
                  <a:pt x="0" y="0"/>
                </a:moveTo>
                <a:lnTo>
                  <a:pt x="1948276" y="0"/>
                </a:lnTo>
                <a:lnTo>
                  <a:pt x="1948276" y="1948276"/>
                </a:lnTo>
                <a:lnTo>
                  <a:pt x="0" y="19482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979783" y="7545123"/>
            <a:ext cx="1948276" cy="1948276"/>
          </a:xfrm>
          <a:custGeom>
            <a:avLst/>
            <a:gdLst/>
            <a:ahLst/>
            <a:cxnLst/>
            <a:rect r="r" b="b" t="t" l="l"/>
            <a:pathLst>
              <a:path h="1948276" w="1948276">
                <a:moveTo>
                  <a:pt x="0" y="0"/>
                </a:moveTo>
                <a:lnTo>
                  <a:pt x="1948276" y="0"/>
                </a:lnTo>
                <a:lnTo>
                  <a:pt x="1948276" y="1948276"/>
                </a:lnTo>
                <a:lnTo>
                  <a:pt x="0" y="19482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979783" y="4131174"/>
            <a:ext cx="1948276" cy="1948276"/>
          </a:xfrm>
          <a:custGeom>
            <a:avLst/>
            <a:gdLst/>
            <a:ahLst/>
            <a:cxnLst/>
            <a:rect r="r" b="b" t="t" l="l"/>
            <a:pathLst>
              <a:path h="1948276" w="1948276">
                <a:moveTo>
                  <a:pt x="0" y="0"/>
                </a:moveTo>
                <a:lnTo>
                  <a:pt x="1948276" y="0"/>
                </a:lnTo>
                <a:lnTo>
                  <a:pt x="1948276" y="1948276"/>
                </a:lnTo>
                <a:lnTo>
                  <a:pt x="0" y="19482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79783" y="2424199"/>
            <a:ext cx="1948276" cy="1948276"/>
          </a:xfrm>
          <a:custGeom>
            <a:avLst/>
            <a:gdLst/>
            <a:ahLst/>
            <a:cxnLst/>
            <a:rect r="r" b="b" t="t" l="l"/>
            <a:pathLst>
              <a:path h="1948276" w="1948276">
                <a:moveTo>
                  <a:pt x="0" y="0"/>
                </a:moveTo>
                <a:lnTo>
                  <a:pt x="1948276" y="0"/>
                </a:lnTo>
                <a:lnTo>
                  <a:pt x="1948276" y="1948276"/>
                </a:lnTo>
                <a:lnTo>
                  <a:pt x="0" y="19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50330" y="1190309"/>
            <a:ext cx="5611906" cy="24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196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Kế hoạch kinh doanh | Tháng 1 năm 2030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8822186"/>
            <a:ext cx="5733535" cy="353358"/>
            <a:chOff x="0" y="0"/>
            <a:chExt cx="7644713" cy="471144"/>
          </a:xfrm>
        </p:grpSpPr>
        <p:sp>
          <p:nvSpPr>
            <p:cNvPr name="AutoShape 16" id="16"/>
            <p:cNvSpPr/>
            <p:nvPr/>
          </p:nvSpPr>
          <p:spPr>
            <a:xfrm rot="0">
              <a:off x="0" y="212655"/>
              <a:ext cx="2485879" cy="3810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3413373" y="57213"/>
              <a:ext cx="4231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39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237751" cy="10287000"/>
            <a:chOff x="0" y="0"/>
            <a:chExt cx="13650335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2353" r="0" b="12353"/>
            <a:stretch>
              <a:fillRect/>
            </a:stretch>
          </p:blipFill>
          <p:spPr>
            <a:xfrm flipH="false" flipV="false">
              <a:off x="0" y="0"/>
              <a:ext cx="13650335" cy="6858000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12353" r="0" b="12353"/>
            <a:stretch>
              <a:fillRect/>
            </a:stretch>
          </p:blipFill>
          <p:spPr>
            <a:xfrm flipH="false" flipV="false">
              <a:off x="0" y="6858000"/>
              <a:ext cx="13650335" cy="6858000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11411969" y="3832266"/>
            <a:ext cx="5847331" cy="2506868"/>
            <a:chOff x="0" y="0"/>
            <a:chExt cx="7796441" cy="334249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569420"/>
              <a:ext cx="7796441" cy="177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30"/>
                </a:lnSpc>
              </a:pPr>
              <a:r>
                <a:rPr lang="en-US" sz="28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Bài thuyết trình là công cụ giao tiếp</a:t>
              </a:r>
            </a:p>
            <a:p>
              <a:pPr algn="l">
                <a:lnSpc>
                  <a:spcPts val="3730"/>
                </a:lnSpc>
              </a:pPr>
              <a:r>
                <a:rPr lang="en-US" sz="28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có thể được sử dụng như bài giảng,</a:t>
              </a:r>
            </a:p>
            <a:p>
              <a:pPr algn="l">
                <a:lnSpc>
                  <a:spcPts val="3730"/>
                </a:lnSpc>
              </a:pPr>
              <a:r>
                <a:rPr lang="en-US" sz="286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báo cáo, v.v.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7796441" cy="1245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99"/>
                </a:lnSpc>
              </a:pPr>
              <a:r>
                <a:rPr lang="en-US" sz="599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Mô hình tiếp thị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64424" y="1028700"/>
            <a:ext cx="4194876" cy="353358"/>
            <a:chOff x="0" y="0"/>
            <a:chExt cx="5593168" cy="471144"/>
          </a:xfrm>
        </p:grpSpPr>
        <p:sp>
          <p:nvSpPr>
            <p:cNvPr name="AutoShape 9" id="9"/>
            <p:cNvSpPr/>
            <p:nvPr/>
          </p:nvSpPr>
          <p:spPr>
            <a:xfrm rot="0">
              <a:off x="3107289" y="220389"/>
              <a:ext cx="2485879" cy="38100"/>
            </a:xfrm>
            <a:prstGeom prst="rect">
              <a:avLst/>
            </a:prstGeom>
            <a:solidFill>
              <a:srgbClr val="0B0B0B"/>
            </a:solid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57150"/>
              <a:ext cx="2072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99"/>
                </a:lnSpc>
              </a:pPr>
              <a:r>
                <a:rPr lang="en-US" sz="239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12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647394" y="9012492"/>
            <a:ext cx="5611906" cy="24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9"/>
              </a:lnSpc>
            </a:pPr>
            <a:r>
              <a:rPr lang="en-US" sz="1969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Kế hoạch kinh doanh | Tháng 1 năm 2030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466654"/>
            <a:ext cx="10945906" cy="5862345"/>
            <a:chOff x="0" y="0"/>
            <a:chExt cx="14594541" cy="781645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5741"/>
              <a:ext cx="14594541" cy="1674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79"/>
                </a:lnSpc>
              </a:pPr>
              <a:r>
                <a:rPr lang="en-US" sz="879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5 tỷ đồng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180447"/>
              <a:ext cx="14594541" cy="616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30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YÊU CẦU TÀI TRỢ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095072"/>
              <a:ext cx="14594541" cy="1674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79"/>
                </a:lnSpc>
              </a:pPr>
              <a:r>
                <a:rPr lang="en-US" sz="879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5 năm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189778"/>
              <a:ext cx="14594541" cy="616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30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DÒNG THỜI GIAN TÀI TRỢ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849121"/>
            <a:ext cx="7352785" cy="353358"/>
            <a:chOff x="0" y="0"/>
            <a:chExt cx="9803713" cy="471144"/>
          </a:xfrm>
        </p:grpSpPr>
        <p:sp>
          <p:nvSpPr>
            <p:cNvPr name="AutoShape 8" id="8"/>
            <p:cNvSpPr/>
            <p:nvPr/>
          </p:nvSpPr>
          <p:spPr>
            <a:xfrm rot="0">
              <a:off x="0" y="220389"/>
              <a:ext cx="2485879" cy="3810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413373" y="57150"/>
              <a:ext cx="6390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39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13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230600" y="0"/>
            <a:ext cx="2079595" cy="10287000"/>
          </a:xfrm>
          <a:custGeom>
            <a:avLst/>
            <a:gdLst/>
            <a:ahLst/>
            <a:cxnLst/>
            <a:rect r="r" b="b" t="t" l="l"/>
            <a:pathLst>
              <a:path h="10287000" w="2079595">
                <a:moveTo>
                  <a:pt x="0" y="0"/>
                </a:moveTo>
                <a:lnTo>
                  <a:pt x="2079595" y="0"/>
                </a:lnTo>
                <a:lnTo>
                  <a:pt x="207959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266" t="-1875" r="-130219" b="-2029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1234" y="1005840"/>
            <a:ext cx="6793006" cy="2582671"/>
            <a:chOff x="0" y="0"/>
            <a:chExt cx="9057341" cy="344356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5725"/>
              <a:ext cx="9057341" cy="1674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79"/>
                </a:lnSpc>
              </a:pPr>
              <a:r>
                <a:rPr lang="en-US" sz="879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Dự báo tài trợ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417480"/>
              <a:ext cx="7644713" cy="1026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1"/>
                </a:lnSpc>
              </a:pPr>
              <a:r>
                <a:rPr lang="en-US" sz="2478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Bài thuyết trình là công cụ giao tiếp có thể được sử dụng như bài giảng.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1234" y="8882082"/>
            <a:ext cx="5733535" cy="353358"/>
            <a:chOff x="0" y="0"/>
            <a:chExt cx="7644713" cy="471144"/>
          </a:xfrm>
        </p:grpSpPr>
        <p:sp>
          <p:nvSpPr>
            <p:cNvPr name="AutoShape 6" id="6"/>
            <p:cNvSpPr/>
            <p:nvPr/>
          </p:nvSpPr>
          <p:spPr>
            <a:xfrm rot="0">
              <a:off x="0" y="212655"/>
              <a:ext cx="2485879" cy="38100"/>
            </a:xfrm>
            <a:prstGeom prst="rect">
              <a:avLst/>
            </a:prstGeom>
            <a:solidFill>
              <a:srgbClr val="0B0B0B"/>
            </a:solidFill>
          </p:spPr>
        </p:sp>
        <p:sp>
          <p:nvSpPr>
            <p:cNvPr name="TextBox 7" id="7"/>
            <p:cNvSpPr txBox="true"/>
            <p:nvPr/>
          </p:nvSpPr>
          <p:spPr>
            <a:xfrm rot="0">
              <a:off x="3413373" y="57213"/>
              <a:ext cx="4231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399">
                  <a:solidFill>
                    <a:srgbClr val="0B0B0B"/>
                  </a:solidFill>
                  <a:latin typeface="Faustina"/>
                  <a:ea typeface="Faustina"/>
                  <a:cs typeface="Faustina"/>
                  <a:sym typeface="Faustina"/>
                </a:rPr>
                <a:t>14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922041" y="264073"/>
            <a:ext cx="9170884" cy="823548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1647394" y="9012492"/>
            <a:ext cx="5611906" cy="24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9"/>
              </a:lnSpc>
            </a:pPr>
            <a:r>
              <a:rPr lang="en-US" sz="1969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Kế hoạch kinh doanh | Tháng 1 năm 2030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0"/>
            <a:ext cx="291857" cy="10287000"/>
          </a:xfrm>
          <a:custGeom>
            <a:avLst/>
            <a:gdLst/>
            <a:ahLst/>
            <a:cxnLst/>
            <a:rect r="r" b="b" t="t" l="l"/>
            <a:pathLst>
              <a:path h="10287000" w="291857">
                <a:moveTo>
                  <a:pt x="0" y="0"/>
                </a:moveTo>
                <a:lnTo>
                  <a:pt x="291857" y="0"/>
                </a:lnTo>
                <a:lnTo>
                  <a:pt x="29185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00295" t="-1952" r="-1546435" b="-1952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79694" y="1028700"/>
            <a:ext cx="7352785" cy="353358"/>
            <a:chOff x="0" y="0"/>
            <a:chExt cx="9803713" cy="471144"/>
          </a:xfrm>
        </p:grpSpPr>
        <p:sp>
          <p:nvSpPr>
            <p:cNvPr name="AutoShape 3" id="3"/>
            <p:cNvSpPr/>
            <p:nvPr/>
          </p:nvSpPr>
          <p:spPr>
            <a:xfrm rot="0">
              <a:off x="0" y="220389"/>
              <a:ext cx="2485879" cy="3810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 rot="0">
              <a:off x="3413373" y="57150"/>
              <a:ext cx="6390341" cy="413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39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15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79694" y="5601135"/>
            <a:ext cx="6418831" cy="55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3"/>
              </a:lnSpc>
            </a:pPr>
            <a:r>
              <a:rPr lang="en-US" sz="3425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Nếu có thắc mắc hoặc câu hỏi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79694" y="4477968"/>
            <a:ext cx="6549965" cy="94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6697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Liên hệ chúng tôi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883334" y="1077931"/>
            <a:ext cx="5375966" cy="1595228"/>
            <a:chOff x="0" y="0"/>
            <a:chExt cx="7167955" cy="212697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951596"/>
              <a:ext cx="7167955" cy="1175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30"/>
                </a:lnSpc>
                <a:spcBef>
                  <a:spcPct val="0"/>
                </a:spcBef>
              </a:pPr>
              <a:r>
                <a:rPr lang="en-US" sz="2869" strike="noStrike" u="none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123 Kim Mã, Ba Đình,</a:t>
              </a:r>
            </a:p>
            <a:p>
              <a:pPr algn="l" marL="0" indent="0" lvl="0">
                <a:lnSpc>
                  <a:spcPts val="3730"/>
                </a:lnSpc>
                <a:spcBef>
                  <a:spcPct val="0"/>
                </a:spcBef>
              </a:pPr>
              <a:r>
                <a:rPr lang="en-US" sz="2869" strike="noStrike" u="none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Hà Nội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19050"/>
              <a:ext cx="7167955" cy="616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30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ĐỊA CHỈ THƯ TÍN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883334" y="4549898"/>
            <a:ext cx="5375966" cy="1146957"/>
            <a:chOff x="0" y="0"/>
            <a:chExt cx="7167955" cy="152927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951596"/>
              <a:ext cx="7167955" cy="577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30"/>
                </a:lnSpc>
              </a:pPr>
              <a:r>
                <a:rPr lang="en-US" sz="28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xinchao@trangwebhay.vn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19050"/>
              <a:ext cx="7167955" cy="616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30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ĐỊA CHỈ EMAIL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883334" y="7911894"/>
            <a:ext cx="5375966" cy="1146957"/>
            <a:chOff x="0" y="0"/>
            <a:chExt cx="7167955" cy="1529276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951596"/>
              <a:ext cx="7167955" cy="577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30"/>
                </a:lnSpc>
              </a:pPr>
              <a:r>
                <a:rPr lang="en-US" sz="28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(84) 912 345 678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19050"/>
              <a:ext cx="7167955" cy="616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3069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SỐ ĐIỆN THOẠI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379694" y="9012492"/>
            <a:ext cx="5611906" cy="24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1969">
                <a:solidFill>
                  <a:srgbClr val="0B0B0B"/>
                </a:solidFill>
                <a:latin typeface="Faustina"/>
                <a:ea typeface="Faustina"/>
                <a:cs typeface="Faustina"/>
                <a:sym typeface="Faustina"/>
              </a:rPr>
              <a:t>Kế hoạch kinh doanh | Tháng 1 năm 2030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0" y="0"/>
            <a:ext cx="2079595" cy="10287000"/>
          </a:xfrm>
          <a:custGeom>
            <a:avLst/>
            <a:gdLst/>
            <a:ahLst/>
            <a:cxnLst/>
            <a:rect r="r" b="b" t="t" l="l"/>
            <a:pathLst>
              <a:path h="10287000" w="2079595">
                <a:moveTo>
                  <a:pt x="0" y="0"/>
                </a:moveTo>
                <a:lnTo>
                  <a:pt x="2079595" y="0"/>
                </a:lnTo>
                <a:lnTo>
                  <a:pt x="207959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266" t="-1875" r="-130219" b="-202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DAHL4Us3g9Q</dc:identifier>
  <dcterms:modified xsi:type="dcterms:W3CDTF">2011-08-01T06:04:30Z</dcterms:modified>
  <cp:revision>1</cp:revision>
  <dc:title>Bài thuyết trình Kế hoạch kinh doanh Đen Trắng Đơn giản</dc:title>
</cp:coreProperties>
</file>