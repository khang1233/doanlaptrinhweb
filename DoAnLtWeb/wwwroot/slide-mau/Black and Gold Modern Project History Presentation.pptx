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senica" charset="1" panose="00000500000000000000"/>
      <p:regular r:id="rId16"/>
    </p:embeddedFont>
    <p:embeddedFont>
      <p:font typeface="HK Grotesk Light" charset="1" panose="000004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3.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jpeg" Type="http://schemas.openxmlformats.org/officeDocument/2006/relationships/image"/><Relationship Id="rId8" Target="../media/image8.jpeg" Type="http://schemas.openxmlformats.org/officeDocument/2006/relationships/image"/><Relationship Id="rId9"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1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4.jpeg" Type="http://schemas.openxmlformats.org/officeDocument/2006/relationships/image"/><Relationship Id="rId6" Target="../media/image15.jpeg" Type="http://schemas.openxmlformats.org/officeDocument/2006/relationships/image"/><Relationship Id="rId7" Target="../media/image1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3.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73190" y="380161"/>
            <a:ext cx="17452168" cy="9473007"/>
            <a:chOff x="0" y="0"/>
            <a:chExt cx="4596456" cy="2494948"/>
          </a:xfrm>
        </p:grpSpPr>
        <p:sp>
          <p:nvSpPr>
            <p:cNvPr name="Freeform 4" id="4"/>
            <p:cNvSpPr/>
            <p:nvPr/>
          </p:nvSpPr>
          <p:spPr>
            <a:xfrm flipH="false" flipV="false" rot="0">
              <a:off x="0" y="0"/>
              <a:ext cx="4596456" cy="2494948"/>
            </a:xfrm>
            <a:custGeom>
              <a:avLst/>
              <a:gdLst/>
              <a:ahLst/>
              <a:cxnLst/>
              <a:rect r="r" b="b" t="t" l="l"/>
              <a:pathLst>
                <a:path h="2494948" w="4596456">
                  <a:moveTo>
                    <a:pt x="26616" y="0"/>
                  </a:moveTo>
                  <a:lnTo>
                    <a:pt x="4569839" y="0"/>
                  </a:lnTo>
                  <a:cubicBezTo>
                    <a:pt x="4576899" y="0"/>
                    <a:pt x="4583669" y="2804"/>
                    <a:pt x="4588660" y="7796"/>
                  </a:cubicBezTo>
                  <a:cubicBezTo>
                    <a:pt x="4593652" y="12787"/>
                    <a:pt x="4596456" y="19557"/>
                    <a:pt x="4596456" y="26616"/>
                  </a:cubicBezTo>
                  <a:lnTo>
                    <a:pt x="4596456" y="2468332"/>
                  </a:lnTo>
                  <a:cubicBezTo>
                    <a:pt x="4596456" y="2475391"/>
                    <a:pt x="4593652" y="2482161"/>
                    <a:pt x="4588660" y="2487152"/>
                  </a:cubicBezTo>
                  <a:cubicBezTo>
                    <a:pt x="4583669" y="2492144"/>
                    <a:pt x="4576899" y="2494948"/>
                    <a:pt x="4569839" y="2494948"/>
                  </a:cubicBezTo>
                  <a:lnTo>
                    <a:pt x="26616" y="2494948"/>
                  </a:lnTo>
                  <a:cubicBezTo>
                    <a:pt x="19557" y="2494948"/>
                    <a:pt x="12787" y="2492144"/>
                    <a:pt x="7796" y="2487152"/>
                  </a:cubicBezTo>
                  <a:cubicBezTo>
                    <a:pt x="2804" y="2482161"/>
                    <a:pt x="0" y="2475391"/>
                    <a:pt x="0" y="2468332"/>
                  </a:cubicBezTo>
                  <a:lnTo>
                    <a:pt x="0" y="26616"/>
                  </a:lnTo>
                  <a:cubicBezTo>
                    <a:pt x="0" y="19557"/>
                    <a:pt x="2804" y="12787"/>
                    <a:pt x="7796" y="7796"/>
                  </a:cubicBezTo>
                  <a:cubicBezTo>
                    <a:pt x="12787" y="2804"/>
                    <a:pt x="19557" y="0"/>
                    <a:pt x="26616" y="0"/>
                  </a:cubicBezTo>
                  <a:close/>
                </a:path>
              </a:pathLst>
            </a:custGeom>
            <a:gradFill rotWithShape="true">
              <a:gsLst>
                <a:gs pos="0">
                  <a:srgbClr val="000000">
                    <a:alpha val="50000"/>
                  </a:srgbClr>
                </a:gs>
                <a:gs pos="100000">
                  <a:srgbClr val="000000">
                    <a:alpha val="50000"/>
                  </a:srgbClr>
                </a:gs>
              </a:gsLst>
              <a:lin ang="0"/>
            </a:grad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sp>
          <p:nvSpPr>
            <p:cNvPr name="TextBox 5" id="5"/>
            <p:cNvSpPr txBox="true"/>
            <p:nvPr/>
          </p:nvSpPr>
          <p:spPr>
            <a:xfrm>
              <a:off x="0" y="-38100"/>
              <a:ext cx="4596456" cy="253304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8268060" y="-854592"/>
            <a:ext cx="5712331" cy="57123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5046" t="0" r="-25046" b="0"/>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grpSp>
        <p:nvGrpSpPr>
          <p:cNvPr name="Group 8" id="8"/>
          <p:cNvGrpSpPr/>
          <p:nvPr/>
        </p:nvGrpSpPr>
        <p:grpSpPr>
          <a:xfrm rot="0">
            <a:off x="11394175" y="3084402"/>
            <a:ext cx="7834029" cy="783402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6666" t="0" r="-16666" b="0"/>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grpSp>
        <p:nvGrpSpPr>
          <p:cNvPr name="Group 10" id="10"/>
          <p:cNvGrpSpPr/>
          <p:nvPr/>
        </p:nvGrpSpPr>
        <p:grpSpPr>
          <a:xfrm rot="0">
            <a:off x="932219" y="906106"/>
            <a:ext cx="743889" cy="74388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50000"/>
                  </a:srgbClr>
                </a:gs>
                <a:gs pos="100000">
                  <a:srgbClr val="000000">
                    <a:alpha val="50000"/>
                  </a:srgbClr>
                </a:gs>
              </a:gsLst>
              <a:lin ang="0"/>
            </a:grad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805276" y="906106"/>
            <a:ext cx="5301718" cy="743889"/>
            <a:chOff x="0" y="0"/>
            <a:chExt cx="5792846" cy="812800"/>
          </a:xfrm>
        </p:grpSpPr>
        <p:sp>
          <p:nvSpPr>
            <p:cNvPr name="Freeform 14" id="14"/>
            <p:cNvSpPr/>
            <p:nvPr/>
          </p:nvSpPr>
          <p:spPr>
            <a:xfrm flipH="false" flipV="false" rot="0">
              <a:off x="0" y="0"/>
              <a:ext cx="5792846" cy="812800"/>
            </a:xfrm>
            <a:custGeom>
              <a:avLst/>
              <a:gdLst/>
              <a:ahLst/>
              <a:cxnLst/>
              <a:rect r="r" b="b" t="t" l="l"/>
              <a:pathLst>
                <a:path h="812800" w="5792846">
                  <a:moveTo>
                    <a:pt x="87616" y="0"/>
                  </a:moveTo>
                  <a:lnTo>
                    <a:pt x="5705230" y="0"/>
                  </a:lnTo>
                  <a:cubicBezTo>
                    <a:pt x="5753619" y="0"/>
                    <a:pt x="5792846" y="39227"/>
                    <a:pt x="5792846" y="87616"/>
                  </a:cubicBezTo>
                  <a:lnTo>
                    <a:pt x="5792846" y="725184"/>
                  </a:lnTo>
                  <a:cubicBezTo>
                    <a:pt x="5792846" y="748421"/>
                    <a:pt x="5783616" y="770707"/>
                    <a:pt x="5767184" y="787138"/>
                  </a:cubicBezTo>
                  <a:cubicBezTo>
                    <a:pt x="5750753" y="803569"/>
                    <a:pt x="5728468" y="812800"/>
                    <a:pt x="5705230" y="812800"/>
                  </a:cubicBezTo>
                  <a:lnTo>
                    <a:pt x="87616" y="812800"/>
                  </a:lnTo>
                  <a:cubicBezTo>
                    <a:pt x="64379" y="812800"/>
                    <a:pt x="42093" y="803569"/>
                    <a:pt x="25662" y="787138"/>
                  </a:cubicBezTo>
                  <a:cubicBezTo>
                    <a:pt x="9231" y="770707"/>
                    <a:pt x="0" y="748421"/>
                    <a:pt x="0" y="725184"/>
                  </a:cubicBezTo>
                  <a:lnTo>
                    <a:pt x="0" y="87616"/>
                  </a:lnTo>
                  <a:cubicBezTo>
                    <a:pt x="0" y="64379"/>
                    <a:pt x="9231" y="42093"/>
                    <a:pt x="25662" y="25662"/>
                  </a:cubicBezTo>
                  <a:cubicBezTo>
                    <a:pt x="42093" y="9231"/>
                    <a:pt x="64379" y="0"/>
                    <a:pt x="87616" y="0"/>
                  </a:cubicBezTo>
                  <a:close/>
                </a:path>
              </a:pathLst>
            </a:custGeom>
            <a:gradFill rotWithShape="true">
              <a:gsLst>
                <a:gs pos="0">
                  <a:srgbClr val="000000">
                    <a:alpha val="50000"/>
                  </a:srgbClr>
                </a:gs>
                <a:gs pos="100000">
                  <a:srgbClr val="000000">
                    <a:alpha val="50000"/>
                  </a:srgbClr>
                </a:gs>
              </a:gsLst>
              <a:lin ang="0"/>
            </a:grad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sp>
          <p:nvSpPr>
            <p:cNvPr name="TextBox 15" id="15"/>
            <p:cNvSpPr txBox="true"/>
            <p:nvPr/>
          </p:nvSpPr>
          <p:spPr>
            <a:xfrm>
              <a:off x="0" y="-38100"/>
              <a:ext cx="5792846" cy="8509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106951" y="1080838"/>
            <a:ext cx="394425" cy="394425"/>
          </a:xfrm>
          <a:custGeom>
            <a:avLst/>
            <a:gdLst/>
            <a:ahLst/>
            <a:cxnLst/>
            <a:rect r="r" b="b" t="t" l="l"/>
            <a:pathLst>
              <a:path h="394425" w="394425">
                <a:moveTo>
                  <a:pt x="0" y="0"/>
                </a:moveTo>
                <a:lnTo>
                  <a:pt x="394425" y="0"/>
                </a:lnTo>
                <a:lnTo>
                  <a:pt x="394425" y="394425"/>
                </a:lnTo>
                <a:lnTo>
                  <a:pt x="0" y="3944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6286917" y="858197"/>
            <a:ext cx="1055373" cy="1055373"/>
          </a:xfrm>
          <a:custGeom>
            <a:avLst/>
            <a:gdLst/>
            <a:ahLst/>
            <a:cxnLst/>
            <a:rect r="r" b="b" t="t" l="l"/>
            <a:pathLst>
              <a:path h="1055373" w="1055373">
                <a:moveTo>
                  <a:pt x="1055373" y="0"/>
                </a:moveTo>
                <a:lnTo>
                  <a:pt x="0" y="0"/>
                </a:lnTo>
                <a:lnTo>
                  <a:pt x="0" y="1055374"/>
                </a:lnTo>
                <a:lnTo>
                  <a:pt x="1055373" y="1055374"/>
                </a:lnTo>
                <a:lnTo>
                  <a:pt x="1055373"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1271176" y="4920418"/>
            <a:ext cx="9769160" cy="4424249"/>
          </a:xfrm>
          <a:prstGeom prst="rect">
            <a:avLst/>
          </a:prstGeom>
        </p:spPr>
        <p:txBody>
          <a:bodyPr anchor="t" rtlCol="false" tIns="0" lIns="0" bIns="0" rIns="0">
            <a:spAutoFit/>
          </a:bodyPr>
          <a:lstStyle/>
          <a:p>
            <a:pPr algn="l">
              <a:lnSpc>
                <a:spcPts val="15999"/>
              </a:lnSpc>
            </a:pPr>
            <a:r>
              <a:rPr lang="en-US" sz="13793">
                <a:solidFill>
                  <a:srgbClr val="FAE2B0"/>
                </a:solidFill>
                <a:latin typeface="Arsenica"/>
                <a:ea typeface="Arsenica"/>
                <a:cs typeface="Arsenica"/>
                <a:sym typeface="Arsenica"/>
              </a:rPr>
              <a:t>HISTORY PROJECT</a:t>
            </a:r>
          </a:p>
        </p:txBody>
      </p:sp>
      <p:sp>
        <p:nvSpPr>
          <p:cNvPr name="TextBox 19" id="19"/>
          <p:cNvSpPr txBox="true"/>
          <p:nvPr/>
        </p:nvSpPr>
        <p:spPr>
          <a:xfrm rot="0">
            <a:off x="2003986" y="982776"/>
            <a:ext cx="4904298" cy="523875"/>
          </a:xfrm>
          <a:prstGeom prst="rect">
            <a:avLst/>
          </a:prstGeom>
        </p:spPr>
        <p:txBody>
          <a:bodyPr anchor="t" rtlCol="false" tIns="0" lIns="0" bIns="0" rIns="0">
            <a:spAutoFit/>
          </a:bodyPr>
          <a:lstStyle/>
          <a:p>
            <a:pPr algn="ctr">
              <a:lnSpc>
                <a:spcPts val="4200"/>
              </a:lnSpc>
            </a:pPr>
            <a:r>
              <a:rPr lang="en-US" sz="3000" spc="-144">
                <a:solidFill>
                  <a:srgbClr val="FFF0CF"/>
                </a:solidFill>
                <a:latin typeface="HK Grotesk Light"/>
                <a:ea typeface="HK Grotesk Light"/>
                <a:cs typeface="HK Grotesk Light"/>
                <a:sym typeface="HK Grotesk Light"/>
              </a:rPr>
              <a:t>Presented by Larana Group.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73190" y="380161"/>
            <a:ext cx="17452168" cy="9473007"/>
            <a:chOff x="0" y="0"/>
            <a:chExt cx="4596456" cy="2494948"/>
          </a:xfrm>
        </p:grpSpPr>
        <p:sp>
          <p:nvSpPr>
            <p:cNvPr name="Freeform 4" id="4"/>
            <p:cNvSpPr/>
            <p:nvPr/>
          </p:nvSpPr>
          <p:spPr>
            <a:xfrm flipH="false" flipV="false" rot="0">
              <a:off x="0" y="0"/>
              <a:ext cx="4596456" cy="2494948"/>
            </a:xfrm>
            <a:custGeom>
              <a:avLst/>
              <a:gdLst/>
              <a:ahLst/>
              <a:cxnLst/>
              <a:rect r="r" b="b" t="t" l="l"/>
              <a:pathLst>
                <a:path h="2494948" w="4596456">
                  <a:moveTo>
                    <a:pt x="26616" y="0"/>
                  </a:moveTo>
                  <a:lnTo>
                    <a:pt x="4569839" y="0"/>
                  </a:lnTo>
                  <a:cubicBezTo>
                    <a:pt x="4576899" y="0"/>
                    <a:pt x="4583669" y="2804"/>
                    <a:pt x="4588660" y="7796"/>
                  </a:cubicBezTo>
                  <a:cubicBezTo>
                    <a:pt x="4593652" y="12787"/>
                    <a:pt x="4596456" y="19557"/>
                    <a:pt x="4596456" y="26616"/>
                  </a:cubicBezTo>
                  <a:lnTo>
                    <a:pt x="4596456" y="2468332"/>
                  </a:lnTo>
                  <a:cubicBezTo>
                    <a:pt x="4596456" y="2475391"/>
                    <a:pt x="4593652" y="2482161"/>
                    <a:pt x="4588660" y="2487152"/>
                  </a:cubicBezTo>
                  <a:cubicBezTo>
                    <a:pt x="4583669" y="2492144"/>
                    <a:pt x="4576899" y="2494948"/>
                    <a:pt x="4569839" y="2494948"/>
                  </a:cubicBezTo>
                  <a:lnTo>
                    <a:pt x="26616" y="2494948"/>
                  </a:lnTo>
                  <a:cubicBezTo>
                    <a:pt x="19557" y="2494948"/>
                    <a:pt x="12787" y="2492144"/>
                    <a:pt x="7796" y="2487152"/>
                  </a:cubicBezTo>
                  <a:cubicBezTo>
                    <a:pt x="2804" y="2482161"/>
                    <a:pt x="0" y="2475391"/>
                    <a:pt x="0" y="2468332"/>
                  </a:cubicBezTo>
                  <a:lnTo>
                    <a:pt x="0" y="26616"/>
                  </a:lnTo>
                  <a:cubicBezTo>
                    <a:pt x="0" y="19557"/>
                    <a:pt x="2804" y="12787"/>
                    <a:pt x="7796" y="7796"/>
                  </a:cubicBezTo>
                  <a:cubicBezTo>
                    <a:pt x="12787" y="2804"/>
                    <a:pt x="19557" y="0"/>
                    <a:pt x="26616" y="0"/>
                  </a:cubicBezTo>
                  <a:close/>
                </a:path>
              </a:pathLst>
            </a:custGeom>
            <a:gradFill rotWithShape="true">
              <a:gsLst>
                <a:gs pos="0">
                  <a:srgbClr val="000000">
                    <a:alpha val="50000"/>
                  </a:srgbClr>
                </a:gs>
                <a:gs pos="100000">
                  <a:srgbClr val="000000">
                    <a:alpha val="50000"/>
                  </a:srgbClr>
                </a:gs>
              </a:gsLst>
              <a:lin ang="0"/>
            </a:grad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sp>
          <p:nvSpPr>
            <p:cNvPr name="TextBox 5" id="5"/>
            <p:cNvSpPr txBox="true"/>
            <p:nvPr/>
          </p:nvSpPr>
          <p:spPr>
            <a:xfrm>
              <a:off x="0" y="-38100"/>
              <a:ext cx="4596456" cy="253304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0">
            <a:off x="16286917" y="858197"/>
            <a:ext cx="1055373" cy="1055373"/>
          </a:xfrm>
          <a:custGeom>
            <a:avLst/>
            <a:gdLst/>
            <a:ahLst/>
            <a:cxnLst/>
            <a:rect r="r" b="b" t="t" l="l"/>
            <a:pathLst>
              <a:path h="1055373" w="1055373">
                <a:moveTo>
                  <a:pt x="1055373" y="0"/>
                </a:moveTo>
                <a:lnTo>
                  <a:pt x="0" y="0"/>
                </a:lnTo>
                <a:lnTo>
                  <a:pt x="0" y="1055374"/>
                </a:lnTo>
                <a:lnTo>
                  <a:pt x="1055373" y="1055374"/>
                </a:lnTo>
                <a:lnTo>
                  <a:pt x="105537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939454" y="1805748"/>
            <a:ext cx="8038672" cy="1746499"/>
          </a:xfrm>
          <a:prstGeom prst="rect">
            <a:avLst/>
          </a:prstGeom>
        </p:spPr>
        <p:txBody>
          <a:bodyPr anchor="t" rtlCol="false" tIns="0" lIns="0" bIns="0" rIns="0">
            <a:spAutoFit/>
          </a:bodyPr>
          <a:lstStyle/>
          <a:p>
            <a:pPr algn="l">
              <a:lnSpc>
                <a:spcPts val="11656"/>
              </a:lnSpc>
            </a:pPr>
            <a:r>
              <a:rPr lang="en-US" sz="10048">
                <a:solidFill>
                  <a:srgbClr val="FAE2B0"/>
                </a:solidFill>
                <a:latin typeface="Arsenica"/>
                <a:ea typeface="Arsenica"/>
                <a:cs typeface="Arsenica"/>
                <a:sym typeface="Arsenica"/>
              </a:rPr>
              <a:t>Introduction</a:t>
            </a:r>
          </a:p>
        </p:txBody>
      </p:sp>
      <p:grpSp>
        <p:nvGrpSpPr>
          <p:cNvPr name="Group 8" id="8"/>
          <p:cNvGrpSpPr/>
          <p:nvPr/>
        </p:nvGrpSpPr>
        <p:grpSpPr>
          <a:xfrm rot="0">
            <a:off x="10388366" y="-122581"/>
            <a:ext cx="10478490" cy="1047849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6666" t="0" r="-16666" b="0"/>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grpSp>
        <p:nvGrpSpPr>
          <p:cNvPr name="Group 10" id="10"/>
          <p:cNvGrpSpPr/>
          <p:nvPr/>
        </p:nvGrpSpPr>
        <p:grpSpPr>
          <a:xfrm rot="0">
            <a:off x="1018935" y="2420107"/>
            <a:ext cx="551408" cy="55140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50000"/>
                  </a:srgbClr>
                </a:gs>
                <a:gs pos="100000">
                  <a:srgbClr val="000000">
                    <a:alpha val="50000"/>
                  </a:srgbClr>
                </a:gs>
              </a:gsLst>
              <a:lin ang="0"/>
            </a:grad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148455" y="2549627"/>
            <a:ext cx="292368" cy="292368"/>
          </a:xfrm>
          <a:custGeom>
            <a:avLst/>
            <a:gdLst/>
            <a:ahLst/>
            <a:cxnLst/>
            <a:rect r="r" b="b" t="t" l="l"/>
            <a:pathLst>
              <a:path h="292368" w="292368">
                <a:moveTo>
                  <a:pt x="0" y="0"/>
                </a:moveTo>
                <a:lnTo>
                  <a:pt x="292368" y="0"/>
                </a:lnTo>
                <a:lnTo>
                  <a:pt x="292368" y="292368"/>
                </a:lnTo>
                <a:lnTo>
                  <a:pt x="0" y="2923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4" id="14"/>
          <p:cNvSpPr/>
          <p:nvPr/>
        </p:nvSpPr>
        <p:spPr>
          <a:xfrm>
            <a:off x="1028700" y="3542721"/>
            <a:ext cx="8270117" cy="0"/>
          </a:xfrm>
          <a:prstGeom prst="line">
            <a:avLst/>
          </a:prstGeom>
          <a:ln cap="flat" w="19050">
            <a:solidFill>
              <a:srgbClr val="FAE2B0"/>
            </a:solidFill>
            <a:prstDash val="solid"/>
            <a:headEnd type="none" len="sm" w="sm"/>
            <a:tailEnd type="none" len="sm" w="sm"/>
          </a:ln>
        </p:spPr>
      </p:sp>
      <p:sp>
        <p:nvSpPr>
          <p:cNvPr name="TextBox 15" id="15"/>
          <p:cNvSpPr txBox="true"/>
          <p:nvPr/>
        </p:nvSpPr>
        <p:spPr>
          <a:xfrm rot="0">
            <a:off x="1294639" y="4821824"/>
            <a:ext cx="7894111" cy="3115945"/>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Suspendisse at arcu ac mauris tempor accumsan sed non nunc.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73190" y="380161"/>
            <a:ext cx="17452168" cy="9473007"/>
            <a:chOff x="0" y="0"/>
            <a:chExt cx="4596456" cy="2494948"/>
          </a:xfrm>
        </p:grpSpPr>
        <p:sp>
          <p:nvSpPr>
            <p:cNvPr name="Freeform 4" id="4"/>
            <p:cNvSpPr/>
            <p:nvPr/>
          </p:nvSpPr>
          <p:spPr>
            <a:xfrm flipH="false" flipV="false" rot="0">
              <a:off x="0" y="0"/>
              <a:ext cx="4596456" cy="2494948"/>
            </a:xfrm>
            <a:custGeom>
              <a:avLst/>
              <a:gdLst/>
              <a:ahLst/>
              <a:cxnLst/>
              <a:rect r="r" b="b" t="t" l="l"/>
              <a:pathLst>
                <a:path h="2494948" w="4596456">
                  <a:moveTo>
                    <a:pt x="26616" y="0"/>
                  </a:moveTo>
                  <a:lnTo>
                    <a:pt x="4569839" y="0"/>
                  </a:lnTo>
                  <a:cubicBezTo>
                    <a:pt x="4576899" y="0"/>
                    <a:pt x="4583669" y="2804"/>
                    <a:pt x="4588660" y="7796"/>
                  </a:cubicBezTo>
                  <a:cubicBezTo>
                    <a:pt x="4593652" y="12787"/>
                    <a:pt x="4596456" y="19557"/>
                    <a:pt x="4596456" y="26616"/>
                  </a:cubicBezTo>
                  <a:lnTo>
                    <a:pt x="4596456" y="2468332"/>
                  </a:lnTo>
                  <a:cubicBezTo>
                    <a:pt x="4596456" y="2475391"/>
                    <a:pt x="4593652" y="2482161"/>
                    <a:pt x="4588660" y="2487152"/>
                  </a:cubicBezTo>
                  <a:cubicBezTo>
                    <a:pt x="4583669" y="2492144"/>
                    <a:pt x="4576899" y="2494948"/>
                    <a:pt x="4569839" y="2494948"/>
                  </a:cubicBezTo>
                  <a:lnTo>
                    <a:pt x="26616" y="2494948"/>
                  </a:lnTo>
                  <a:cubicBezTo>
                    <a:pt x="19557" y="2494948"/>
                    <a:pt x="12787" y="2492144"/>
                    <a:pt x="7796" y="2487152"/>
                  </a:cubicBezTo>
                  <a:cubicBezTo>
                    <a:pt x="2804" y="2482161"/>
                    <a:pt x="0" y="2475391"/>
                    <a:pt x="0" y="2468332"/>
                  </a:cubicBezTo>
                  <a:lnTo>
                    <a:pt x="0" y="26616"/>
                  </a:lnTo>
                  <a:cubicBezTo>
                    <a:pt x="0" y="19557"/>
                    <a:pt x="2804" y="12787"/>
                    <a:pt x="7796" y="7796"/>
                  </a:cubicBezTo>
                  <a:cubicBezTo>
                    <a:pt x="12787" y="2804"/>
                    <a:pt x="19557" y="0"/>
                    <a:pt x="26616" y="0"/>
                  </a:cubicBezTo>
                  <a:close/>
                </a:path>
              </a:pathLst>
            </a:custGeom>
            <a:gradFill rotWithShape="true">
              <a:gsLst>
                <a:gs pos="0">
                  <a:srgbClr val="000000">
                    <a:alpha val="50000"/>
                  </a:srgbClr>
                </a:gs>
                <a:gs pos="100000">
                  <a:srgbClr val="000000">
                    <a:alpha val="50000"/>
                  </a:srgbClr>
                </a:gs>
              </a:gsLst>
              <a:lin ang="0"/>
            </a:grad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sp>
          <p:nvSpPr>
            <p:cNvPr name="TextBox 5" id="5"/>
            <p:cNvSpPr txBox="true"/>
            <p:nvPr/>
          </p:nvSpPr>
          <p:spPr>
            <a:xfrm>
              <a:off x="0" y="-38100"/>
              <a:ext cx="4596456" cy="253304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0">
            <a:off x="16286917" y="858197"/>
            <a:ext cx="1055373" cy="1055373"/>
          </a:xfrm>
          <a:custGeom>
            <a:avLst/>
            <a:gdLst/>
            <a:ahLst/>
            <a:cxnLst/>
            <a:rect r="r" b="b" t="t" l="l"/>
            <a:pathLst>
              <a:path h="1055373" w="1055373">
                <a:moveTo>
                  <a:pt x="1055373" y="0"/>
                </a:moveTo>
                <a:lnTo>
                  <a:pt x="0" y="0"/>
                </a:lnTo>
                <a:lnTo>
                  <a:pt x="0" y="1055374"/>
                </a:lnTo>
                <a:lnTo>
                  <a:pt x="1055373" y="1055374"/>
                </a:lnTo>
                <a:lnTo>
                  <a:pt x="105537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939454" y="7505065"/>
            <a:ext cx="8038672" cy="1746499"/>
          </a:xfrm>
          <a:prstGeom prst="rect">
            <a:avLst/>
          </a:prstGeom>
        </p:spPr>
        <p:txBody>
          <a:bodyPr anchor="t" rtlCol="false" tIns="0" lIns="0" bIns="0" rIns="0">
            <a:spAutoFit/>
          </a:bodyPr>
          <a:lstStyle/>
          <a:p>
            <a:pPr algn="l">
              <a:lnSpc>
                <a:spcPts val="11656"/>
              </a:lnSpc>
            </a:pPr>
            <a:r>
              <a:rPr lang="en-US" sz="10048">
                <a:solidFill>
                  <a:srgbClr val="FAE2B0"/>
                </a:solidFill>
                <a:latin typeface="Arsenica"/>
                <a:ea typeface="Arsenica"/>
                <a:cs typeface="Arsenica"/>
                <a:sym typeface="Arsenica"/>
              </a:rPr>
              <a:t>Background</a:t>
            </a:r>
          </a:p>
        </p:txBody>
      </p:sp>
      <p:grpSp>
        <p:nvGrpSpPr>
          <p:cNvPr name="Group 8" id="8"/>
          <p:cNvGrpSpPr/>
          <p:nvPr/>
        </p:nvGrpSpPr>
        <p:grpSpPr>
          <a:xfrm rot="0">
            <a:off x="1018935" y="8119424"/>
            <a:ext cx="551408" cy="55140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50000"/>
                  </a:srgbClr>
                </a:gs>
                <a:gs pos="100000">
                  <a:srgbClr val="000000">
                    <a:alpha val="50000"/>
                  </a:srgbClr>
                </a:gs>
              </a:gsLst>
              <a:lin ang="0"/>
            </a:grad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148455" y="8248944"/>
            <a:ext cx="292368" cy="292368"/>
          </a:xfrm>
          <a:custGeom>
            <a:avLst/>
            <a:gdLst/>
            <a:ahLst/>
            <a:cxnLst/>
            <a:rect r="r" b="b" t="t" l="l"/>
            <a:pathLst>
              <a:path h="292368" w="292368">
                <a:moveTo>
                  <a:pt x="0" y="0"/>
                </a:moveTo>
                <a:lnTo>
                  <a:pt x="292368" y="0"/>
                </a:lnTo>
                <a:lnTo>
                  <a:pt x="292368" y="292368"/>
                </a:lnTo>
                <a:lnTo>
                  <a:pt x="0" y="2923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2" id="12"/>
          <p:cNvSpPr/>
          <p:nvPr/>
        </p:nvSpPr>
        <p:spPr>
          <a:xfrm>
            <a:off x="1028700" y="9242039"/>
            <a:ext cx="8270117" cy="0"/>
          </a:xfrm>
          <a:prstGeom prst="line">
            <a:avLst/>
          </a:prstGeom>
          <a:ln cap="flat" w="19050">
            <a:solidFill>
              <a:srgbClr val="FAE2B0"/>
            </a:solidFill>
            <a:prstDash val="solid"/>
            <a:headEnd type="none" len="sm" w="sm"/>
            <a:tailEnd type="none" len="sm" w="sm"/>
          </a:ln>
        </p:spPr>
      </p:sp>
      <p:sp>
        <p:nvSpPr>
          <p:cNvPr name="TextBox 13" id="13"/>
          <p:cNvSpPr txBox="true"/>
          <p:nvPr/>
        </p:nvSpPr>
        <p:spPr>
          <a:xfrm rot="0">
            <a:off x="10317686" y="5735569"/>
            <a:ext cx="6875241" cy="3506470"/>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Suspendisse at arcu ac mauris tempor accumsan sed non nunc. </a:t>
            </a:r>
          </a:p>
        </p:txBody>
      </p:sp>
      <p:grpSp>
        <p:nvGrpSpPr>
          <p:cNvPr name="Group 14" id="14"/>
          <p:cNvGrpSpPr/>
          <p:nvPr/>
        </p:nvGrpSpPr>
        <p:grpSpPr>
          <a:xfrm rot="0">
            <a:off x="839158" y="-1574716"/>
            <a:ext cx="8272996" cy="827299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25046" t="0" r="-25046" b="0"/>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grpSp>
        <p:nvGrpSpPr>
          <p:cNvPr name="Group 16" id="16"/>
          <p:cNvGrpSpPr/>
          <p:nvPr/>
        </p:nvGrpSpPr>
        <p:grpSpPr>
          <a:xfrm rot="0">
            <a:off x="8840218" y="1166648"/>
            <a:ext cx="3795574" cy="379557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26211" t="-6561" r="-29837" b="-10474"/>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grpSp>
        <p:nvGrpSpPr>
          <p:cNvPr name="Group 18" id="18"/>
          <p:cNvGrpSpPr/>
          <p:nvPr/>
        </p:nvGrpSpPr>
        <p:grpSpPr>
          <a:xfrm rot="0">
            <a:off x="12771866" y="1166648"/>
            <a:ext cx="3795574" cy="379557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0" t="-24931" r="0" b="-24931"/>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73190" y="380161"/>
            <a:ext cx="17452168" cy="9473007"/>
            <a:chOff x="0" y="0"/>
            <a:chExt cx="4596456" cy="2494948"/>
          </a:xfrm>
        </p:grpSpPr>
        <p:sp>
          <p:nvSpPr>
            <p:cNvPr name="Freeform 4" id="4"/>
            <p:cNvSpPr/>
            <p:nvPr/>
          </p:nvSpPr>
          <p:spPr>
            <a:xfrm flipH="false" flipV="false" rot="0">
              <a:off x="0" y="0"/>
              <a:ext cx="4596456" cy="2494948"/>
            </a:xfrm>
            <a:custGeom>
              <a:avLst/>
              <a:gdLst/>
              <a:ahLst/>
              <a:cxnLst/>
              <a:rect r="r" b="b" t="t" l="l"/>
              <a:pathLst>
                <a:path h="2494948" w="4596456">
                  <a:moveTo>
                    <a:pt x="26616" y="0"/>
                  </a:moveTo>
                  <a:lnTo>
                    <a:pt x="4569839" y="0"/>
                  </a:lnTo>
                  <a:cubicBezTo>
                    <a:pt x="4576899" y="0"/>
                    <a:pt x="4583669" y="2804"/>
                    <a:pt x="4588660" y="7796"/>
                  </a:cubicBezTo>
                  <a:cubicBezTo>
                    <a:pt x="4593652" y="12787"/>
                    <a:pt x="4596456" y="19557"/>
                    <a:pt x="4596456" y="26616"/>
                  </a:cubicBezTo>
                  <a:lnTo>
                    <a:pt x="4596456" y="2468332"/>
                  </a:lnTo>
                  <a:cubicBezTo>
                    <a:pt x="4596456" y="2475391"/>
                    <a:pt x="4593652" y="2482161"/>
                    <a:pt x="4588660" y="2487152"/>
                  </a:cubicBezTo>
                  <a:cubicBezTo>
                    <a:pt x="4583669" y="2492144"/>
                    <a:pt x="4576899" y="2494948"/>
                    <a:pt x="4569839" y="2494948"/>
                  </a:cubicBezTo>
                  <a:lnTo>
                    <a:pt x="26616" y="2494948"/>
                  </a:lnTo>
                  <a:cubicBezTo>
                    <a:pt x="19557" y="2494948"/>
                    <a:pt x="12787" y="2492144"/>
                    <a:pt x="7796" y="2487152"/>
                  </a:cubicBezTo>
                  <a:cubicBezTo>
                    <a:pt x="2804" y="2482161"/>
                    <a:pt x="0" y="2475391"/>
                    <a:pt x="0" y="2468332"/>
                  </a:cubicBezTo>
                  <a:lnTo>
                    <a:pt x="0" y="26616"/>
                  </a:lnTo>
                  <a:cubicBezTo>
                    <a:pt x="0" y="19557"/>
                    <a:pt x="2804" y="12787"/>
                    <a:pt x="7796" y="7796"/>
                  </a:cubicBezTo>
                  <a:cubicBezTo>
                    <a:pt x="12787" y="2804"/>
                    <a:pt x="19557" y="0"/>
                    <a:pt x="26616" y="0"/>
                  </a:cubicBezTo>
                  <a:close/>
                </a:path>
              </a:pathLst>
            </a:custGeom>
            <a:gradFill rotWithShape="true">
              <a:gsLst>
                <a:gs pos="0">
                  <a:srgbClr val="000000">
                    <a:alpha val="50000"/>
                  </a:srgbClr>
                </a:gs>
                <a:gs pos="100000">
                  <a:srgbClr val="000000">
                    <a:alpha val="50000"/>
                  </a:srgbClr>
                </a:gs>
              </a:gsLst>
              <a:lin ang="0"/>
            </a:grad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sp>
          <p:nvSpPr>
            <p:cNvPr name="TextBox 5" id="5"/>
            <p:cNvSpPr txBox="true"/>
            <p:nvPr/>
          </p:nvSpPr>
          <p:spPr>
            <a:xfrm>
              <a:off x="0" y="-38100"/>
              <a:ext cx="4596456" cy="253304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939454" y="3252904"/>
            <a:ext cx="11487356" cy="1746499"/>
          </a:xfrm>
          <a:prstGeom prst="rect">
            <a:avLst/>
          </a:prstGeom>
        </p:spPr>
        <p:txBody>
          <a:bodyPr anchor="t" rtlCol="false" tIns="0" lIns="0" bIns="0" rIns="0">
            <a:spAutoFit/>
          </a:bodyPr>
          <a:lstStyle/>
          <a:p>
            <a:pPr algn="l">
              <a:lnSpc>
                <a:spcPts val="11656"/>
              </a:lnSpc>
            </a:pPr>
            <a:r>
              <a:rPr lang="en-US" sz="10048">
                <a:solidFill>
                  <a:srgbClr val="FAE2B0"/>
                </a:solidFill>
                <a:latin typeface="Arsenica"/>
                <a:ea typeface="Arsenica"/>
                <a:cs typeface="Arsenica"/>
                <a:sym typeface="Arsenica"/>
              </a:rPr>
              <a:t>Project Objectives</a:t>
            </a:r>
          </a:p>
        </p:txBody>
      </p:sp>
      <p:grpSp>
        <p:nvGrpSpPr>
          <p:cNvPr name="Group 7" id="7"/>
          <p:cNvGrpSpPr/>
          <p:nvPr/>
        </p:nvGrpSpPr>
        <p:grpSpPr>
          <a:xfrm rot="0">
            <a:off x="1018935" y="3867263"/>
            <a:ext cx="551408" cy="55140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50000"/>
                  </a:srgbClr>
                </a:gs>
                <a:gs pos="100000">
                  <a:srgbClr val="000000">
                    <a:alpha val="50000"/>
                  </a:srgbClr>
                </a:gs>
              </a:gsLst>
              <a:lin ang="0"/>
            </a:grad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148455" y="3996783"/>
            <a:ext cx="292368" cy="292368"/>
          </a:xfrm>
          <a:custGeom>
            <a:avLst/>
            <a:gdLst/>
            <a:ahLst/>
            <a:cxnLst/>
            <a:rect r="r" b="b" t="t" l="l"/>
            <a:pathLst>
              <a:path h="292368" w="292368">
                <a:moveTo>
                  <a:pt x="0" y="0"/>
                </a:moveTo>
                <a:lnTo>
                  <a:pt x="292368" y="0"/>
                </a:lnTo>
                <a:lnTo>
                  <a:pt x="292368" y="292368"/>
                </a:lnTo>
                <a:lnTo>
                  <a:pt x="0" y="2923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1" id="11"/>
          <p:cNvSpPr/>
          <p:nvPr/>
        </p:nvSpPr>
        <p:spPr>
          <a:xfrm>
            <a:off x="1028700" y="4989877"/>
            <a:ext cx="11355644" cy="0"/>
          </a:xfrm>
          <a:prstGeom prst="line">
            <a:avLst/>
          </a:prstGeom>
          <a:ln cap="flat" w="19050">
            <a:solidFill>
              <a:srgbClr val="FAE2B0"/>
            </a:solidFill>
            <a:prstDash val="solid"/>
            <a:headEnd type="none" len="sm" w="sm"/>
            <a:tailEnd type="none" len="sm" w="sm"/>
          </a:ln>
        </p:spPr>
      </p:sp>
      <p:sp>
        <p:nvSpPr>
          <p:cNvPr name="AutoShape 12" id="12"/>
          <p:cNvSpPr/>
          <p:nvPr/>
        </p:nvSpPr>
        <p:spPr>
          <a:xfrm>
            <a:off x="9099274" y="6222921"/>
            <a:ext cx="0" cy="2579389"/>
          </a:xfrm>
          <a:prstGeom prst="line">
            <a:avLst/>
          </a:prstGeom>
          <a:ln cap="flat" w="19050">
            <a:solidFill>
              <a:srgbClr val="FAE2B0"/>
            </a:solidFill>
            <a:prstDash val="solid"/>
            <a:headEnd type="none" len="sm" w="sm"/>
            <a:tailEnd type="none" len="sm" w="sm"/>
          </a:ln>
        </p:spPr>
      </p:sp>
      <p:grpSp>
        <p:nvGrpSpPr>
          <p:cNvPr name="Group 13" id="13"/>
          <p:cNvGrpSpPr/>
          <p:nvPr/>
        </p:nvGrpSpPr>
        <p:grpSpPr>
          <a:xfrm rot="0">
            <a:off x="7576045" y="-609098"/>
            <a:ext cx="11462580" cy="3179991"/>
            <a:chOff x="0" y="0"/>
            <a:chExt cx="1775854" cy="492664"/>
          </a:xfrm>
        </p:grpSpPr>
        <p:sp>
          <p:nvSpPr>
            <p:cNvPr name="Freeform 14" id="14"/>
            <p:cNvSpPr/>
            <p:nvPr/>
          </p:nvSpPr>
          <p:spPr>
            <a:xfrm flipH="false" flipV="false" rot="0">
              <a:off x="0" y="0"/>
              <a:ext cx="1775854" cy="492664"/>
            </a:xfrm>
            <a:custGeom>
              <a:avLst/>
              <a:gdLst/>
              <a:ahLst/>
              <a:cxnLst/>
              <a:rect r="r" b="b" t="t" l="l"/>
              <a:pathLst>
                <a:path h="492664" w="1775854">
                  <a:moveTo>
                    <a:pt x="67541" y="0"/>
                  </a:moveTo>
                  <a:lnTo>
                    <a:pt x="1708313" y="0"/>
                  </a:lnTo>
                  <a:cubicBezTo>
                    <a:pt x="1745615" y="0"/>
                    <a:pt x="1775854" y="30239"/>
                    <a:pt x="1775854" y="67541"/>
                  </a:cubicBezTo>
                  <a:lnTo>
                    <a:pt x="1775854" y="425123"/>
                  </a:lnTo>
                  <a:cubicBezTo>
                    <a:pt x="1775854" y="462425"/>
                    <a:pt x="1745615" y="492664"/>
                    <a:pt x="1708313" y="492664"/>
                  </a:cubicBezTo>
                  <a:lnTo>
                    <a:pt x="67541" y="492664"/>
                  </a:lnTo>
                  <a:cubicBezTo>
                    <a:pt x="30239" y="492664"/>
                    <a:pt x="0" y="462425"/>
                    <a:pt x="0" y="425123"/>
                  </a:cubicBezTo>
                  <a:lnTo>
                    <a:pt x="0" y="67541"/>
                  </a:lnTo>
                  <a:cubicBezTo>
                    <a:pt x="0" y="30239"/>
                    <a:pt x="30239" y="0"/>
                    <a:pt x="67541" y="0"/>
                  </a:cubicBezTo>
                  <a:close/>
                </a:path>
              </a:pathLst>
            </a:custGeom>
            <a:blipFill>
              <a:blip r:embed="rId5"/>
              <a:stretch>
                <a:fillRect l="0" t="-90889" r="0" b="-49266"/>
              </a:stretch>
            </a:blip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grpSp>
      <p:sp>
        <p:nvSpPr>
          <p:cNvPr name="TextBox 15" id="15"/>
          <p:cNvSpPr txBox="true"/>
          <p:nvPr/>
        </p:nvSpPr>
        <p:spPr>
          <a:xfrm rot="0">
            <a:off x="9954815" y="5735569"/>
            <a:ext cx="6875241" cy="3506470"/>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Suspendisse at arcu ac mauris tempor accumsan sed non nunc. </a:t>
            </a:r>
          </a:p>
        </p:txBody>
      </p:sp>
      <p:sp>
        <p:nvSpPr>
          <p:cNvPr name="TextBox 16" id="16"/>
          <p:cNvSpPr txBox="true"/>
          <p:nvPr/>
        </p:nvSpPr>
        <p:spPr>
          <a:xfrm rot="0">
            <a:off x="1368491" y="5735569"/>
            <a:ext cx="6875241" cy="3506470"/>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Suspendisse at arcu ac mauris tempor accumsan sed non nunc. </a:t>
            </a:r>
          </a:p>
        </p:txBody>
      </p:sp>
      <p:grpSp>
        <p:nvGrpSpPr>
          <p:cNvPr name="Group 17" id="17"/>
          <p:cNvGrpSpPr/>
          <p:nvPr/>
        </p:nvGrpSpPr>
        <p:grpSpPr>
          <a:xfrm rot="0">
            <a:off x="725132" y="-609098"/>
            <a:ext cx="3195803" cy="319580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37347" t="-564" r="-38037" b="-16465"/>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grpSp>
        <p:nvGrpSpPr>
          <p:cNvPr name="Group 19" id="19"/>
          <p:cNvGrpSpPr/>
          <p:nvPr/>
        </p:nvGrpSpPr>
        <p:grpSpPr>
          <a:xfrm rot="0">
            <a:off x="4150589" y="-609098"/>
            <a:ext cx="3195803" cy="319580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0" t="-48170" r="0" b="-1693"/>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73190" y="380161"/>
            <a:ext cx="17452168" cy="9473007"/>
            <a:chOff x="0" y="0"/>
            <a:chExt cx="4596456" cy="2494948"/>
          </a:xfrm>
        </p:grpSpPr>
        <p:sp>
          <p:nvSpPr>
            <p:cNvPr name="Freeform 4" id="4"/>
            <p:cNvSpPr/>
            <p:nvPr/>
          </p:nvSpPr>
          <p:spPr>
            <a:xfrm flipH="false" flipV="false" rot="0">
              <a:off x="0" y="0"/>
              <a:ext cx="4596456" cy="2494948"/>
            </a:xfrm>
            <a:custGeom>
              <a:avLst/>
              <a:gdLst/>
              <a:ahLst/>
              <a:cxnLst/>
              <a:rect r="r" b="b" t="t" l="l"/>
              <a:pathLst>
                <a:path h="2494948" w="4596456">
                  <a:moveTo>
                    <a:pt x="26616" y="0"/>
                  </a:moveTo>
                  <a:lnTo>
                    <a:pt x="4569839" y="0"/>
                  </a:lnTo>
                  <a:cubicBezTo>
                    <a:pt x="4576899" y="0"/>
                    <a:pt x="4583669" y="2804"/>
                    <a:pt x="4588660" y="7796"/>
                  </a:cubicBezTo>
                  <a:cubicBezTo>
                    <a:pt x="4593652" y="12787"/>
                    <a:pt x="4596456" y="19557"/>
                    <a:pt x="4596456" y="26616"/>
                  </a:cubicBezTo>
                  <a:lnTo>
                    <a:pt x="4596456" y="2468332"/>
                  </a:lnTo>
                  <a:cubicBezTo>
                    <a:pt x="4596456" y="2475391"/>
                    <a:pt x="4593652" y="2482161"/>
                    <a:pt x="4588660" y="2487152"/>
                  </a:cubicBezTo>
                  <a:cubicBezTo>
                    <a:pt x="4583669" y="2492144"/>
                    <a:pt x="4576899" y="2494948"/>
                    <a:pt x="4569839" y="2494948"/>
                  </a:cubicBezTo>
                  <a:lnTo>
                    <a:pt x="26616" y="2494948"/>
                  </a:lnTo>
                  <a:cubicBezTo>
                    <a:pt x="19557" y="2494948"/>
                    <a:pt x="12787" y="2492144"/>
                    <a:pt x="7796" y="2487152"/>
                  </a:cubicBezTo>
                  <a:cubicBezTo>
                    <a:pt x="2804" y="2482161"/>
                    <a:pt x="0" y="2475391"/>
                    <a:pt x="0" y="2468332"/>
                  </a:cubicBezTo>
                  <a:lnTo>
                    <a:pt x="0" y="26616"/>
                  </a:lnTo>
                  <a:cubicBezTo>
                    <a:pt x="0" y="19557"/>
                    <a:pt x="2804" y="12787"/>
                    <a:pt x="7796" y="7796"/>
                  </a:cubicBezTo>
                  <a:cubicBezTo>
                    <a:pt x="12787" y="2804"/>
                    <a:pt x="19557" y="0"/>
                    <a:pt x="26616" y="0"/>
                  </a:cubicBezTo>
                  <a:close/>
                </a:path>
              </a:pathLst>
            </a:custGeom>
            <a:gradFill rotWithShape="true">
              <a:gsLst>
                <a:gs pos="0">
                  <a:srgbClr val="000000">
                    <a:alpha val="50000"/>
                  </a:srgbClr>
                </a:gs>
                <a:gs pos="100000">
                  <a:srgbClr val="000000">
                    <a:alpha val="50000"/>
                  </a:srgbClr>
                </a:gs>
              </a:gsLst>
              <a:lin ang="0"/>
            </a:grad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sp>
          <p:nvSpPr>
            <p:cNvPr name="TextBox 5" id="5"/>
            <p:cNvSpPr txBox="true"/>
            <p:nvPr/>
          </p:nvSpPr>
          <p:spPr>
            <a:xfrm>
              <a:off x="0" y="-38100"/>
              <a:ext cx="4596456" cy="253304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939454" y="6920246"/>
            <a:ext cx="6503762" cy="2086611"/>
          </a:xfrm>
          <a:prstGeom prst="rect">
            <a:avLst/>
          </a:prstGeom>
        </p:spPr>
        <p:txBody>
          <a:bodyPr anchor="t" rtlCol="false" tIns="0" lIns="0" bIns="0" rIns="0">
            <a:spAutoFit/>
          </a:bodyPr>
          <a:lstStyle/>
          <a:p>
            <a:pPr algn="l">
              <a:lnSpc>
                <a:spcPts val="7120"/>
              </a:lnSpc>
            </a:pPr>
            <a:r>
              <a:rPr lang="en-US" sz="8000">
                <a:solidFill>
                  <a:srgbClr val="FAE2B0"/>
                </a:solidFill>
                <a:latin typeface="Arsenica"/>
                <a:ea typeface="Arsenica"/>
                <a:cs typeface="Arsenica"/>
                <a:sym typeface="Arsenica"/>
              </a:rPr>
              <a:t>Problem Identification</a:t>
            </a:r>
          </a:p>
        </p:txBody>
      </p:sp>
      <p:sp>
        <p:nvSpPr>
          <p:cNvPr name="TextBox 7" id="7"/>
          <p:cNvSpPr txBox="true"/>
          <p:nvPr/>
        </p:nvSpPr>
        <p:spPr>
          <a:xfrm rot="0">
            <a:off x="9682004" y="949156"/>
            <a:ext cx="1592402" cy="1344930"/>
          </a:xfrm>
          <a:prstGeom prst="rect">
            <a:avLst/>
          </a:prstGeom>
        </p:spPr>
        <p:txBody>
          <a:bodyPr anchor="t" rtlCol="false" tIns="0" lIns="0" bIns="0" rIns="0">
            <a:spAutoFit/>
          </a:bodyPr>
          <a:lstStyle/>
          <a:p>
            <a:pPr algn="l">
              <a:lnSpc>
                <a:spcPts val="8009"/>
              </a:lnSpc>
            </a:pPr>
            <a:r>
              <a:rPr lang="en-US" sz="9000">
                <a:solidFill>
                  <a:srgbClr val="FAE2B0"/>
                </a:solidFill>
                <a:latin typeface="Arsenica"/>
                <a:ea typeface="Arsenica"/>
                <a:cs typeface="Arsenica"/>
                <a:sym typeface="Arsenica"/>
              </a:rPr>
              <a:t>1.</a:t>
            </a:r>
          </a:p>
        </p:txBody>
      </p:sp>
      <p:sp>
        <p:nvSpPr>
          <p:cNvPr name="TextBox 8" id="8"/>
          <p:cNvSpPr txBox="true"/>
          <p:nvPr/>
        </p:nvSpPr>
        <p:spPr>
          <a:xfrm rot="0">
            <a:off x="9682004" y="3208594"/>
            <a:ext cx="1592402" cy="1344930"/>
          </a:xfrm>
          <a:prstGeom prst="rect">
            <a:avLst/>
          </a:prstGeom>
        </p:spPr>
        <p:txBody>
          <a:bodyPr anchor="t" rtlCol="false" tIns="0" lIns="0" bIns="0" rIns="0">
            <a:spAutoFit/>
          </a:bodyPr>
          <a:lstStyle/>
          <a:p>
            <a:pPr algn="l">
              <a:lnSpc>
                <a:spcPts val="8009"/>
              </a:lnSpc>
            </a:pPr>
            <a:r>
              <a:rPr lang="en-US" sz="9000">
                <a:solidFill>
                  <a:srgbClr val="FAE2B0"/>
                </a:solidFill>
                <a:latin typeface="Arsenica"/>
                <a:ea typeface="Arsenica"/>
                <a:cs typeface="Arsenica"/>
                <a:sym typeface="Arsenica"/>
              </a:rPr>
              <a:t>2.</a:t>
            </a:r>
          </a:p>
        </p:txBody>
      </p:sp>
      <p:grpSp>
        <p:nvGrpSpPr>
          <p:cNvPr name="Group 9" id="9"/>
          <p:cNvGrpSpPr/>
          <p:nvPr/>
        </p:nvGrpSpPr>
        <p:grpSpPr>
          <a:xfrm rot="0">
            <a:off x="1018935" y="7173843"/>
            <a:ext cx="551408" cy="55140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50000"/>
                  </a:srgbClr>
                </a:gs>
                <a:gs pos="100000">
                  <a:srgbClr val="000000">
                    <a:alpha val="50000"/>
                  </a:srgbClr>
                </a:gs>
              </a:gsLst>
              <a:lin ang="0"/>
            </a:grad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148455" y="7303363"/>
            <a:ext cx="292368" cy="292368"/>
          </a:xfrm>
          <a:custGeom>
            <a:avLst/>
            <a:gdLst/>
            <a:ahLst/>
            <a:cxnLst/>
            <a:rect r="r" b="b" t="t" l="l"/>
            <a:pathLst>
              <a:path h="292368" w="292368">
                <a:moveTo>
                  <a:pt x="0" y="0"/>
                </a:moveTo>
                <a:lnTo>
                  <a:pt x="292368" y="0"/>
                </a:lnTo>
                <a:lnTo>
                  <a:pt x="292368" y="292368"/>
                </a:lnTo>
                <a:lnTo>
                  <a:pt x="0" y="2923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3" id="13"/>
          <p:cNvSpPr/>
          <p:nvPr/>
        </p:nvSpPr>
        <p:spPr>
          <a:xfrm>
            <a:off x="1028700" y="9248775"/>
            <a:ext cx="7175911" cy="0"/>
          </a:xfrm>
          <a:prstGeom prst="line">
            <a:avLst/>
          </a:prstGeom>
          <a:ln cap="flat" w="19050">
            <a:solidFill>
              <a:srgbClr val="FAE2B0"/>
            </a:solidFill>
            <a:prstDash val="solid"/>
            <a:headEnd type="none" len="sm" w="sm"/>
            <a:tailEnd type="none" len="sm" w="sm"/>
          </a:ln>
        </p:spPr>
      </p:sp>
      <p:sp>
        <p:nvSpPr>
          <p:cNvPr name="TextBox 14" id="14"/>
          <p:cNvSpPr txBox="true"/>
          <p:nvPr/>
        </p:nvSpPr>
        <p:spPr>
          <a:xfrm rot="0">
            <a:off x="10853986" y="990738"/>
            <a:ext cx="6322053" cy="1553845"/>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a:t>
            </a:r>
          </a:p>
        </p:txBody>
      </p:sp>
      <p:sp>
        <p:nvSpPr>
          <p:cNvPr name="TextBox 15" id="15"/>
          <p:cNvSpPr txBox="true"/>
          <p:nvPr/>
        </p:nvSpPr>
        <p:spPr>
          <a:xfrm rot="0">
            <a:off x="10853986" y="3250177"/>
            <a:ext cx="6322053" cy="1553845"/>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a:t>
            </a:r>
          </a:p>
        </p:txBody>
      </p:sp>
      <p:sp>
        <p:nvSpPr>
          <p:cNvPr name="TextBox 16" id="16"/>
          <p:cNvSpPr txBox="true"/>
          <p:nvPr/>
        </p:nvSpPr>
        <p:spPr>
          <a:xfrm rot="0">
            <a:off x="9682004" y="5468033"/>
            <a:ext cx="1592402" cy="1344930"/>
          </a:xfrm>
          <a:prstGeom prst="rect">
            <a:avLst/>
          </a:prstGeom>
        </p:spPr>
        <p:txBody>
          <a:bodyPr anchor="t" rtlCol="false" tIns="0" lIns="0" bIns="0" rIns="0">
            <a:spAutoFit/>
          </a:bodyPr>
          <a:lstStyle/>
          <a:p>
            <a:pPr algn="l">
              <a:lnSpc>
                <a:spcPts val="8009"/>
              </a:lnSpc>
            </a:pPr>
            <a:r>
              <a:rPr lang="en-US" sz="9000">
                <a:solidFill>
                  <a:srgbClr val="FAE2B0"/>
                </a:solidFill>
                <a:latin typeface="Arsenica"/>
                <a:ea typeface="Arsenica"/>
                <a:cs typeface="Arsenica"/>
                <a:sym typeface="Arsenica"/>
              </a:rPr>
              <a:t>3.</a:t>
            </a:r>
          </a:p>
        </p:txBody>
      </p:sp>
      <p:sp>
        <p:nvSpPr>
          <p:cNvPr name="TextBox 17" id="17"/>
          <p:cNvSpPr txBox="true"/>
          <p:nvPr/>
        </p:nvSpPr>
        <p:spPr>
          <a:xfrm rot="0">
            <a:off x="10853986" y="5509615"/>
            <a:ext cx="6322053" cy="1553845"/>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a:t>
            </a:r>
          </a:p>
        </p:txBody>
      </p:sp>
      <p:sp>
        <p:nvSpPr>
          <p:cNvPr name="TextBox 18" id="18"/>
          <p:cNvSpPr txBox="true"/>
          <p:nvPr/>
        </p:nvSpPr>
        <p:spPr>
          <a:xfrm rot="0">
            <a:off x="9682004" y="7727471"/>
            <a:ext cx="1592402" cy="1344930"/>
          </a:xfrm>
          <a:prstGeom prst="rect">
            <a:avLst/>
          </a:prstGeom>
        </p:spPr>
        <p:txBody>
          <a:bodyPr anchor="t" rtlCol="false" tIns="0" lIns="0" bIns="0" rIns="0">
            <a:spAutoFit/>
          </a:bodyPr>
          <a:lstStyle/>
          <a:p>
            <a:pPr algn="l">
              <a:lnSpc>
                <a:spcPts val="8009"/>
              </a:lnSpc>
            </a:pPr>
            <a:r>
              <a:rPr lang="en-US" sz="9000">
                <a:solidFill>
                  <a:srgbClr val="FAE2B0"/>
                </a:solidFill>
                <a:latin typeface="Arsenica"/>
                <a:ea typeface="Arsenica"/>
                <a:cs typeface="Arsenica"/>
                <a:sym typeface="Arsenica"/>
              </a:rPr>
              <a:t>4.</a:t>
            </a:r>
          </a:p>
        </p:txBody>
      </p:sp>
      <p:sp>
        <p:nvSpPr>
          <p:cNvPr name="TextBox 19" id="19"/>
          <p:cNvSpPr txBox="true"/>
          <p:nvPr/>
        </p:nvSpPr>
        <p:spPr>
          <a:xfrm rot="0">
            <a:off x="10853986" y="7769054"/>
            <a:ext cx="6322053" cy="1553845"/>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a:t>
            </a:r>
          </a:p>
        </p:txBody>
      </p:sp>
      <p:grpSp>
        <p:nvGrpSpPr>
          <p:cNvPr name="Group 20" id="20"/>
          <p:cNvGrpSpPr/>
          <p:nvPr/>
        </p:nvGrpSpPr>
        <p:grpSpPr>
          <a:xfrm rot="0">
            <a:off x="741526" y="-1331892"/>
            <a:ext cx="7481212" cy="748121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6666" t="0" r="-16666" b="0"/>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73190" y="380161"/>
            <a:ext cx="17452168" cy="9473007"/>
            <a:chOff x="0" y="0"/>
            <a:chExt cx="4596456" cy="2494948"/>
          </a:xfrm>
        </p:grpSpPr>
        <p:sp>
          <p:nvSpPr>
            <p:cNvPr name="Freeform 4" id="4"/>
            <p:cNvSpPr/>
            <p:nvPr/>
          </p:nvSpPr>
          <p:spPr>
            <a:xfrm flipH="false" flipV="false" rot="0">
              <a:off x="0" y="0"/>
              <a:ext cx="4596456" cy="2494948"/>
            </a:xfrm>
            <a:custGeom>
              <a:avLst/>
              <a:gdLst/>
              <a:ahLst/>
              <a:cxnLst/>
              <a:rect r="r" b="b" t="t" l="l"/>
              <a:pathLst>
                <a:path h="2494948" w="4596456">
                  <a:moveTo>
                    <a:pt x="26616" y="0"/>
                  </a:moveTo>
                  <a:lnTo>
                    <a:pt x="4569839" y="0"/>
                  </a:lnTo>
                  <a:cubicBezTo>
                    <a:pt x="4576899" y="0"/>
                    <a:pt x="4583669" y="2804"/>
                    <a:pt x="4588660" y="7796"/>
                  </a:cubicBezTo>
                  <a:cubicBezTo>
                    <a:pt x="4593652" y="12787"/>
                    <a:pt x="4596456" y="19557"/>
                    <a:pt x="4596456" y="26616"/>
                  </a:cubicBezTo>
                  <a:lnTo>
                    <a:pt x="4596456" y="2468332"/>
                  </a:lnTo>
                  <a:cubicBezTo>
                    <a:pt x="4596456" y="2475391"/>
                    <a:pt x="4593652" y="2482161"/>
                    <a:pt x="4588660" y="2487152"/>
                  </a:cubicBezTo>
                  <a:cubicBezTo>
                    <a:pt x="4583669" y="2492144"/>
                    <a:pt x="4576899" y="2494948"/>
                    <a:pt x="4569839" y="2494948"/>
                  </a:cubicBezTo>
                  <a:lnTo>
                    <a:pt x="26616" y="2494948"/>
                  </a:lnTo>
                  <a:cubicBezTo>
                    <a:pt x="19557" y="2494948"/>
                    <a:pt x="12787" y="2492144"/>
                    <a:pt x="7796" y="2487152"/>
                  </a:cubicBezTo>
                  <a:cubicBezTo>
                    <a:pt x="2804" y="2482161"/>
                    <a:pt x="0" y="2475391"/>
                    <a:pt x="0" y="2468332"/>
                  </a:cubicBezTo>
                  <a:lnTo>
                    <a:pt x="0" y="26616"/>
                  </a:lnTo>
                  <a:cubicBezTo>
                    <a:pt x="0" y="19557"/>
                    <a:pt x="2804" y="12787"/>
                    <a:pt x="7796" y="7796"/>
                  </a:cubicBezTo>
                  <a:cubicBezTo>
                    <a:pt x="12787" y="2804"/>
                    <a:pt x="19557" y="0"/>
                    <a:pt x="26616" y="0"/>
                  </a:cubicBezTo>
                  <a:close/>
                </a:path>
              </a:pathLst>
            </a:custGeom>
            <a:gradFill rotWithShape="true">
              <a:gsLst>
                <a:gs pos="0">
                  <a:srgbClr val="000000">
                    <a:alpha val="50000"/>
                  </a:srgbClr>
                </a:gs>
                <a:gs pos="100000">
                  <a:srgbClr val="000000">
                    <a:alpha val="50000"/>
                  </a:srgbClr>
                </a:gs>
              </a:gsLst>
              <a:lin ang="0"/>
            </a:grad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sp>
          <p:nvSpPr>
            <p:cNvPr name="TextBox 5" id="5"/>
            <p:cNvSpPr txBox="true"/>
            <p:nvPr/>
          </p:nvSpPr>
          <p:spPr>
            <a:xfrm>
              <a:off x="0" y="-38100"/>
              <a:ext cx="4596456" cy="253304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939454" y="3252904"/>
            <a:ext cx="9857086" cy="1746499"/>
          </a:xfrm>
          <a:prstGeom prst="rect">
            <a:avLst/>
          </a:prstGeom>
        </p:spPr>
        <p:txBody>
          <a:bodyPr anchor="t" rtlCol="false" tIns="0" lIns="0" bIns="0" rIns="0">
            <a:spAutoFit/>
          </a:bodyPr>
          <a:lstStyle/>
          <a:p>
            <a:pPr algn="l">
              <a:lnSpc>
                <a:spcPts val="11656"/>
              </a:lnSpc>
            </a:pPr>
            <a:r>
              <a:rPr lang="en-US" sz="10048">
                <a:solidFill>
                  <a:srgbClr val="FAE2B0"/>
                </a:solidFill>
                <a:latin typeface="Arsenica"/>
                <a:ea typeface="Arsenica"/>
                <a:cs typeface="Arsenica"/>
                <a:sym typeface="Arsenica"/>
              </a:rPr>
              <a:t>Project Process</a:t>
            </a:r>
          </a:p>
        </p:txBody>
      </p:sp>
      <p:grpSp>
        <p:nvGrpSpPr>
          <p:cNvPr name="Group 7" id="7"/>
          <p:cNvGrpSpPr/>
          <p:nvPr/>
        </p:nvGrpSpPr>
        <p:grpSpPr>
          <a:xfrm rot="0">
            <a:off x="1018935" y="3867263"/>
            <a:ext cx="551408" cy="55140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50000"/>
                  </a:srgbClr>
                </a:gs>
                <a:gs pos="100000">
                  <a:srgbClr val="000000">
                    <a:alpha val="50000"/>
                  </a:srgbClr>
                </a:gs>
              </a:gsLst>
              <a:lin ang="0"/>
            </a:grad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148455" y="3996783"/>
            <a:ext cx="292368" cy="292368"/>
          </a:xfrm>
          <a:custGeom>
            <a:avLst/>
            <a:gdLst/>
            <a:ahLst/>
            <a:cxnLst/>
            <a:rect r="r" b="b" t="t" l="l"/>
            <a:pathLst>
              <a:path h="292368" w="292368">
                <a:moveTo>
                  <a:pt x="0" y="0"/>
                </a:moveTo>
                <a:lnTo>
                  <a:pt x="292368" y="0"/>
                </a:lnTo>
                <a:lnTo>
                  <a:pt x="292368" y="292368"/>
                </a:lnTo>
                <a:lnTo>
                  <a:pt x="0" y="2923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1" id="11"/>
          <p:cNvSpPr/>
          <p:nvPr/>
        </p:nvSpPr>
        <p:spPr>
          <a:xfrm>
            <a:off x="1028700" y="4989877"/>
            <a:ext cx="9866540" cy="0"/>
          </a:xfrm>
          <a:prstGeom prst="line">
            <a:avLst/>
          </a:prstGeom>
          <a:ln cap="flat" w="19050">
            <a:solidFill>
              <a:srgbClr val="FAE2B0"/>
            </a:solidFill>
            <a:prstDash val="solid"/>
            <a:headEnd type="none" len="sm" w="sm"/>
            <a:tailEnd type="none" len="sm" w="sm"/>
          </a:ln>
        </p:spPr>
      </p:sp>
      <p:sp>
        <p:nvSpPr>
          <p:cNvPr name="AutoShape 12" id="12"/>
          <p:cNvSpPr/>
          <p:nvPr/>
        </p:nvSpPr>
        <p:spPr>
          <a:xfrm>
            <a:off x="9099274" y="6222921"/>
            <a:ext cx="0" cy="2579389"/>
          </a:xfrm>
          <a:prstGeom prst="line">
            <a:avLst/>
          </a:prstGeom>
          <a:ln cap="flat" w="19050">
            <a:solidFill>
              <a:srgbClr val="FAE2B0"/>
            </a:solidFill>
            <a:prstDash val="solid"/>
            <a:headEnd type="none" len="sm" w="sm"/>
            <a:tailEnd type="none" len="sm" w="sm"/>
          </a:ln>
        </p:spPr>
      </p:sp>
      <p:grpSp>
        <p:nvGrpSpPr>
          <p:cNvPr name="Group 13" id="13"/>
          <p:cNvGrpSpPr/>
          <p:nvPr/>
        </p:nvGrpSpPr>
        <p:grpSpPr>
          <a:xfrm rot="0">
            <a:off x="7576045" y="-609098"/>
            <a:ext cx="11462580" cy="3179991"/>
            <a:chOff x="0" y="0"/>
            <a:chExt cx="1775854" cy="492664"/>
          </a:xfrm>
        </p:grpSpPr>
        <p:sp>
          <p:nvSpPr>
            <p:cNvPr name="Freeform 14" id="14"/>
            <p:cNvSpPr/>
            <p:nvPr/>
          </p:nvSpPr>
          <p:spPr>
            <a:xfrm flipH="false" flipV="false" rot="0">
              <a:off x="0" y="0"/>
              <a:ext cx="1775854" cy="492664"/>
            </a:xfrm>
            <a:custGeom>
              <a:avLst/>
              <a:gdLst/>
              <a:ahLst/>
              <a:cxnLst/>
              <a:rect r="r" b="b" t="t" l="l"/>
              <a:pathLst>
                <a:path h="492664" w="1775854">
                  <a:moveTo>
                    <a:pt x="67541" y="0"/>
                  </a:moveTo>
                  <a:lnTo>
                    <a:pt x="1708313" y="0"/>
                  </a:lnTo>
                  <a:cubicBezTo>
                    <a:pt x="1745615" y="0"/>
                    <a:pt x="1775854" y="30239"/>
                    <a:pt x="1775854" y="67541"/>
                  </a:cubicBezTo>
                  <a:lnTo>
                    <a:pt x="1775854" y="425123"/>
                  </a:lnTo>
                  <a:cubicBezTo>
                    <a:pt x="1775854" y="462425"/>
                    <a:pt x="1745615" y="492664"/>
                    <a:pt x="1708313" y="492664"/>
                  </a:cubicBezTo>
                  <a:lnTo>
                    <a:pt x="67541" y="492664"/>
                  </a:lnTo>
                  <a:cubicBezTo>
                    <a:pt x="30239" y="492664"/>
                    <a:pt x="0" y="462425"/>
                    <a:pt x="0" y="425123"/>
                  </a:cubicBezTo>
                  <a:lnTo>
                    <a:pt x="0" y="67541"/>
                  </a:lnTo>
                  <a:cubicBezTo>
                    <a:pt x="0" y="30239"/>
                    <a:pt x="30239" y="0"/>
                    <a:pt x="67541" y="0"/>
                  </a:cubicBezTo>
                  <a:close/>
                </a:path>
              </a:pathLst>
            </a:custGeom>
            <a:blipFill>
              <a:blip r:embed="rId5"/>
              <a:stretch>
                <a:fillRect l="0" t="-70078" r="0" b="-70078"/>
              </a:stretch>
            </a:blip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grpSp>
      <p:grpSp>
        <p:nvGrpSpPr>
          <p:cNvPr name="Group 15" id="15"/>
          <p:cNvGrpSpPr/>
          <p:nvPr/>
        </p:nvGrpSpPr>
        <p:grpSpPr>
          <a:xfrm rot="0">
            <a:off x="725132" y="-609098"/>
            <a:ext cx="3195803" cy="319580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38888" t="0" r="-38888" b="0"/>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grpSp>
        <p:nvGrpSpPr>
          <p:cNvPr name="Group 17" id="17"/>
          <p:cNvGrpSpPr/>
          <p:nvPr/>
        </p:nvGrpSpPr>
        <p:grpSpPr>
          <a:xfrm rot="0">
            <a:off x="4150589" y="-609098"/>
            <a:ext cx="3195803" cy="319580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0" t="-25046" r="0" b="-25046"/>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sp>
        <p:nvSpPr>
          <p:cNvPr name="TextBox 19" id="19"/>
          <p:cNvSpPr txBox="true"/>
          <p:nvPr/>
        </p:nvSpPr>
        <p:spPr>
          <a:xfrm rot="0">
            <a:off x="9954815" y="5735569"/>
            <a:ext cx="6875241" cy="3506470"/>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Suspendisse at arcu ac mauris tempor accumsan sed non nunc. </a:t>
            </a:r>
          </a:p>
        </p:txBody>
      </p:sp>
      <p:sp>
        <p:nvSpPr>
          <p:cNvPr name="TextBox 20" id="20"/>
          <p:cNvSpPr txBox="true"/>
          <p:nvPr/>
        </p:nvSpPr>
        <p:spPr>
          <a:xfrm rot="0">
            <a:off x="1368491" y="5735569"/>
            <a:ext cx="6875241" cy="3506470"/>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Suspendisse at arcu ac mauris tempor accumsan sed non nunc.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73190" y="380161"/>
            <a:ext cx="17452168" cy="9473007"/>
            <a:chOff x="0" y="0"/>
            <a:chExt cx="4596456" cy="2494948"/>
          </a:xfrm>
        </p:grpSpPr>
        <p:sp>
          <p:nvSpPr>
            <p:cNvPr name="Freeform 4" id="4"/>
            <p:cNvSpPr/>
            <p:nvPr/>
          </p:nvSpPr>
          <p:spPr>
            <a:xfrm flipH="false" flipV="false" rot="0">
              <a:off x="0" y="0"/>
              <a:ext cx="4596456" cy="2494948"/>
            </a:xfrm>
            <a:custGeom>
              <a:avLst/>
              <a:gdLst/>
              <a:ahLst/>
              <a:cxnLst/>
              <a:rect r="r" b="b" t="t" l="l"/>
              <a:pathLst>
                <a:path h="2494948" w="4596456">
                  <a:moveTo>
                    <a:pt x="26616" y="0"/>
                  </a:moveTo>
                  <a:lnTo>
                    <a:pt x="4569839" y="0"/>
                  </a:lnTo>
                  <a:cubicBezTo>
                    <a:pt x="4576899" y="0"/>
                    <a:pt x="4583669" y="2804"/>
                    <a:pt x="4588660" y="7796"/>
                  </a:cubicBezTo>
                  <a:cubicBezTo>
                    <a:pt x="4593652" y="12787"/>
                    <a:pt x="4596456" y="19557"/>
                    <a:pt x="4596456" y="26616"/>
                  </a:cubicBezTo>
                  <a:lnTo>
                    <a:pt x="4596456" y="2468332"/>
                  </a:lnTo>
                  <a:cubicBezTo>
                    <a:pt x="4596456" y="2475391"/>
                    <a:pt x="4593652" y="2482161"/>
                    <a:pt x="4588660" y="2487152"/>
                  </a:cubicBezTo>
                  <a:cubicBezTo>
                    <a:pt x="4583669" y="2492144"/>
                    <a:pt x="4576899" y="2494948"/>
                    <a:pt x="4569839" y="2494948"/>
                  </a:cubicBezTo>
                  <a:lnTo>
                    <a:pt x="26616" y="2494948"/>
                  </a:lnTo>
                  <a:cubicBezTo>
                    <a:pt x="19557" y="2494948"/>
                    <a:pt x="12787" y="2492144"/>
                    <a:pt x="7796" y="2487152"/>
                  </a:cubicBezTo>
                  <a:cubicBezTo>
                    <a:pt x="2804" y="2482161"/>
                    <a:pt x="0" y="2475391"/>
                    <a:pt x="0" y="2468332"/>
                  </a:cubicBezTo>
                  <a:lnTo>
                    <a:pt x="0" y="26616"/>
                  </a:lnTo>
                  <a:cubicBezTo>
                    <a:pt x="0" y="19557"/>
                    <a:pt x="2804" y="12787"/>
                    <a:pt x="7796" y="7796"/>
                  </a:cubicBezTo>
                  <a:cubicBezTo>
                    <a:pt x="12787" y="2804"/>
                    <a:pt x="19557" y="0"/>
                    <a:pt x="26616" y="0"/>
                  </a:cubicBezTo>
                  <a:close/>
                </a:path>
              </a:pathLst>
            </a:custGeom>
            <a:gradFill rotWithShape="true">
              <a:gsLst>
                <a:gs pos="0">
                  <a:srgbClr val="000000">
                    <a:alpha val="50000"/>
                  </a:srgbClr>
                </a:gs>
                <a:gs pos="100000">
                  <a:srgbClr val="000000">
                    <a:alpha val="50000"/>
                  </a:srgbClr>
                </a:gs>
              </a:gsLst>
              <a:lin ang="0"/>
            </a:grad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sp>
          <p:nvSpPr>
            <p:cNvPr name="TextBox 5" id="5"/>
            <p:cNvSpPr txBox="true"/>
            <p:nvPr/>
          </p:nvSpPr>
          <p:spPr>
            <a:xfrm>
              <a:off x="0" y="-38100"/>
              <a:ext cx="4596456" cy="253304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019999" y="1328724"/>
            <a:ext cx="6437514" cy="7662614"/>
            <a:chOff x="0" y="0"/>
            <a:chExt cx="1695477" cy="2018137"/>
          </a:xfrm>
        </p:grpSpPr>
        <p:sp>
          <p:nvSpPr>
            <p:cNvPr name="Freeform 7" id="7"/>
            <p:cNvSpPr/>
            <p:nvPr/>
          </p:nvSpPr>
          <p:spPr>
            <a:xfrm flipH="false" flipV="false" rot="0">
              <a:off x="0" y="0"/>
              <a:ext cx="1695477" cy="2018137"/>
            </a:xfrm>
            <a:custGeom>
              <a:avLst/>
              <a:gdLst/>
              <a:ahLst/>
              <a:cxnLst/>
              <a:rect r="r" b="b" t="t" l="l"/>
              <a:pathLst>
                <a:path h="2018137" w="1695477">
                  <a:moveTo>
                    <a:pt x="72158" y="0"/>
                  </a:moveTo>
                  <a:lnTo>
                    <a:pt x="1623319" y="0"/>
                  </a:lnTo>
                  <a:cubicBezTo>
                    <a:pt x="1663171" y="0"/>
                    <a:pt x="1695477" y="32306"/>
                    <a:pt x="1695477" y="72158"/>
                  </a:cubicBezTo>
                  <a:lnTo>
                    <a:pt x="1695477" y="1945979"/>
                  </a:lnTo>
                  <a:cubicBezTo>
                    <a:pt x="1695477" y="1965117"/>
                    <a:pt x="1687874" y="1983470"/>
                    <a:pt x="1674342" y="1997003"/>
                  </a:cubicBezTo>
                  <a:cubicBezTo>
                    <a:pt x="1660810" y="2010535"/>
                    <a:pt x="1642457" y="2018137"/>
                    <a:pt x="1623319" y="2018137"/>
                  </a:cubicBezTo>
                  <a:lnTo>
                    <a:pt x="72158" y="2018137"/>
                  </a:lnTo>
                  <a:cubicBezTo>
                    <a:pt x="32306" y="2018137"/>
                    <a:pt x="0" y="1985831"/>
                    <a:pt x="0" y="1945979"/>
                  </a:cubicBezTo>
                  <a:lnTo>
                    <a:pt x="0" y="72158"/>
                  </a:lnTo>
                  <a:cubicBezTo>
                    <a:pt x="0" y="32306"/>
                    <a:pt x="32306" y="0"/>
                    <a:pt x="72158" y="0"/>
                  </a:cubicBezTo>
                  <a:close/>
                </a:path>
              </a:pathLst>
            </a:custGeom>
            <a:gradFill rotWithShape="true">
              <a:gsLst>
                <a:gs pos="0">
                  <a:srgbClr val="000000">
                    <a:alpha val="50000"/>
                  </a:srgbClr>
                </a:gs>
                <a:gs pos="100000">
                  <a:srgbClr val="000000">
                    <a:alpha val="50000"/>
                  </a:srgbClr>
                </a:gs>
              </a:gsLst>
              <a:lin ang="0"/>
            </a:grad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sp>
          <p:nvSpPr>
            <p:cNvPr name="TextBox 8" id="8"/>
            <p:cNvSpPr txBox="true"/>
            <p:nvPr/>
          </p:nvSpPr>
          <p:spPr>
            <a:xfrm>
              <a:off x="0" y="-38100"/>
              <a:ext cx="1695477" cy="2056237"/>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6286917" y="858197"/>
            <a:ext cx="1055373" cy="1055373"/>
          </a:xfrm>
          <a:custGeom>
            <a:avLst/>
            <a:gdLst/>
            <a:ahLst/>
            <a:cxnLst/>
            <a:rect r="r" b="b" t="t" l="l"/>
            <a:pathLst>
              <a:path h="1055373" w="1055373">
                <a:moveTo>
                  <a:pt x="1055373" y="0"/>
                </a:moveTo>
                <a:lnTo>
                  <a:pt x="0" y="0"/>
                </a:lnTo>
                <a:lnTo>
                  <a:pt x="0" y="1055374"/>
                </a:lnTo>
                <a:lnTo>
                  <a:pt x="1055373" y="1055374"/>
                </a:lnTo>
                <a:lnTo>
                  <a:pt x="105537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939454" y="1565038"/>
            <a:ext cx="5351652" cy="2624477"/>
          </a:xfrm>
          <a:prstGeom prst="rect">
            <a:avLst/>
          </a:prstGeom>
        </p:spPr>
        <p:txBody>
          <a:bodyPr anchor="t" rtlCol="false" tIns="0" lIns="0" bIns="0" rIns="0">
            <a:spAutoFit/>
          </a:bodyPr>
          <a:lstStyle/>
          <a:p>
            <a:pPr algn="l">
              <a:lnSpc>
                <a:spcPts val="8943"/>
              </a:lnSpc>
            </a:pPr>
            <a:r>
              <a:rPr lang="en-US" sz="10048">
                <a:solidFill>
                  <a:srgbClr val="FAE2B0"/>
                </a:solidFill>
                <a:latin typeface="Arsenica"/>
                <a:ea typeface="Arsenica"/>
                <a:cs typeface="Arsenica"/>
                <a:sym typeface="Arsenica"/>
              </a:rPr>
              <a:t>Data &amp; Results</a:t>
            </a:r>
          </a:p>
        </p:txBody>
      </p:sp>
      <p:grpSp>
        <p:nvGrpSpPr>
          <p:cNvPr name="Group 11" id="11"/>
          <p:cNvGrpSpPr/>
          <p:nvPr/>
        </p:nvGrpSpPr>
        <p:grpSpPr>
          <a:xfrm rot="0">
            <a:off x="1018935" y="1922222"/>
            <a:ext cx="551408" cy="55140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50000"/>
                  </a:srgbClr>
                </a:gs>
                <a:gs pos="100000">
                  <a:srgbClr val="000000">
                    <a:alpha val="50000"/>
                  </a:srgbClr>
                </a:gs>
              </a:gsLst>
              <a:lin ang="0"/>
            </a:grad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148455" y="2051743"/>
            <a:ext cx="292368" cy="292368"/>
          </a:xfrm>
          <a:custGeom>
            <a:avLst/>
            <a:gdLst/>
            <a:ahLst/>
            <a:cxnLst/>
            <a:rect r="r" b="b" t="t" l="l"/>
            <a:pathLst>
              <a:path h="292368" w="292368">
                <a:moveTo>
                  <a:pt x="0" y="0"/>
                </a:moveTo>
                <a:lnTo>
                  <a:pt x="292368" y="0"/>
                </a:lnTo>
                <a:lnTo>
                  <a:pt x="292368" y="292367"/>
                </a:lnTo>
                <a:lnTo>
                  <a:pt x="0" y="2923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5" id="15"/>
          <p:cNvSpPr/>
          <p:nvPr/>
        </p:nvSpPr>
        <p:spPr>
          <a:xfrm>
            <a:off x="1028700" y="4323768"/>
            <a:ext cx="5284438" cy="0"/>
          </a:xfrm>
          <a:prstGeom prst="line">
            <a:avLst/>
          </a:prstGeom>
          <a:ln cap="flat" w="19050">
            <a:solidFill>
              <a:srgbClr val="FAE2B0"/>
            </a:solidFill>
            <a:prstDash val="solid"/>
            <a:headEnd type="none" len="sm" w="sm"/>
            <a:tailEnd type="none" len="sm" w="sm"/>
          </a:ln>
        </p:spPr>
      </p:sp>
      <p:sp>
        <p:nvSpPr>
          <p:cNvPr name="TextBox 16" id="16"/>
          <p:cNvSpPr txBox="true"/>
          <p:nvPr/>
        </p:nvSpPr>
        <p:spPr>
          <a:xfrm rot="0">
            <a:off x="1294639" y="5199920"/>
            <a:ext cx="7065550" cy="3506470"/>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Suspendisse at arcu ac mauris tempor accumsan sed non nunc. </a:t>
            </a:r>
          </a:p>
        </p:txBody>
      </p:sp>
      <p:pic>
        <p:nvPicPr>
          <p:cNvPr name="Picture 17" id="17"/>
          <p:cNvPicPr>
            <a:picLocks noChangeAspect="true"/>
          </p:cNvPicPr>
          <p:nvPr/>
        </p:nvPicPr>
        <p:blipFill>
          <a:blip r:embed="rId7"/>
          <a:stretch>
            <a:fillRect/>
          </a:stretch>
        </p:blipFill>
        <p:spPr>
          <a:xfrm rot="0">
            <a:off x="9885481" y="1204324"/>
            <a:ext cx="6760521" cy="7910968"/>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73190" y="380161"/>
            <a:ext cx="17452168" cy="9473007"/>
            <a:chOff x="0" y="0"/>
            <a:chExt cx="4596456" cy="2494948"/>
          </a:xfrm>
        </p:grpSpPr>
        <p:sp>
          <p:nvSpPr>
            <p:cNvPr name="Freeform 4" id="4"/>
            <p:cNvSpPr/>
            <p:nvPr/>
          </p:nvSpPr>
          <p:spPr>
            <a:xfrm flipH="false" flipV="false" rot="0">
              <a:off x="0" y="0"/>
              <a:ext cx="4596456" cy="2494948"/>
            </a:xfrm>
            <a:custGeom>
              <a:avLst/>
              <a:gdLst/>
              <a:ahLst/>
              <a:cxnLst/>
              <a:rect r="r" b="b" t="t" l="l"/>
              <a:pathLst>
                <a:path h="2494948" w="4596456">
                  <a:moveTo>
                    <a:pt x="26616" y="0"/>
                  </a:moveTo>
                  <a:lnTo>
                    <a:pt x="4569839" y="0"/>
                  </a:lnTo>
                  <a:cubicBezTo>
                    <a:pt x="4576899" y="0"/>
                    <a:pt x="4583669" y="2804"/>
                    <a:pt x="4588660" y="7796"/>
                  </a:cubicBezTo>
                  <a:cubicBezTo>
                    <a:pt x="4593652" y="12787"/>
                    <a:pt x="4596456" y="19557"/>
                    <a:pt x="4596456" y="26616"/>
                  </a:cubicBezTo>
                  <a:lnTo>
                    <a:pt x="4596456" y="2468332"/>
                  </a:lnTo>
                  <a:cubicBezTo>
                    <a:pt x="4596456" y="2475391"/>
                    <a:pt x="4593652" y="2482161"/>
                    <a:pt x="4588660" y="2487152"/>
                  </a:cubicBezTo>
                  <a:cubicBezTo>
                    <a:pt x="4583669" y="2492144"/>
                    <a:pt x="4576899" y="2494948"/>
                    <a:pt x="4569839" y="2494948"/>
                  </a:cubicBezTo>
                  <a:lnTo>
                    <a:pt x="26616" y="2494948"/>
                  </a:lnTo>
                  <a:cubicBezTo>
                    <a:pt x="19557" y="2494948"/>
                    <a:pt x="12787" y="2492144"/>
                    <a:pt x="7796" y="2487152"/>
                  </a:cubicBezTo>
                  <a:cubicBezTo>
                    <a:pt x="2804" y="2482161"/>
                    <a:pt x="0" y="2475391"/>
                    <a:pt x="0" y="2468332"/>
                  </a:cubicBezTo>
                  <a:lnTo>
                    <a:pt x="0" y="26616"/>
                  </a:lnTo>
                  <a:cubicBezTo>
                    <a:pt x="0" y="19557"/>
                    <a:pt x="2804" y="12787"/>
                    <a:pt x="7796" y="7796"/>
                  </a:cubicBezTo>
                  <a:cubicBezTo>
                    <a:pt x="12787" y="2804"/>
                    <a:pt x="19557" y="0"/>
                    <a:pt x="26616" y="0"/>
                  </a:cubicBezTo>
                  <a:close/>
                </a:path>
              </a:pathLst>
            </a:custGeom>
            <a:gradFill rotWithShape="true">
              <a:gsLst>
                <a:gs pos="0">
                  <a:srgbClr val="000000">
                    <a:alpha val="50000"/>
                  </a:srgbClr>
                </a:gs>
                <a:gs pos="100000">
                  <a:srgbClr val="000000">
                    <a:alpha val="50000"/>
                  </a:srgbClr>
                </a:gs>
              </a:gsLst>
              <a:lin ang="0"/>
            </a:grad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sp>
          <p:nvSpPr>
            <p:cNvPr name="TextBox 5" id="5"/>
            <p:cNvSpPr txBox="true"/>
            <p:nvPr/>
          </p:nvSpPr>
          <p:spPr>
            <a:xfrm>
              <a:off x="0" y="-38100"/>
              <a:ext cx="4596456" cy="253304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0">
            <a:off x="16286917" y="858197"/>
            <a:ext cx="1055373" cy="1055373"/>
          </a:xfrm>
          <a:custGeom>
            <a:avLst/>
            <a:gdLst/>
            <a:ahLst/>
            <a:cxnLst/>
            <a:rect r="r" b="b" t="t" l="l"/>
            <a:pathLst>
              <a:path h="1055373" w="1055373">
                <a:moveTo>
                  <a:pt x="1055373" y="0"/>
                </a:moveTo>
                <a:lnTo>
                  <a:pt x="0" y="0"/>
                </a:lnTo>
                <a:lnTo>
                  <a:pt x="0" y="1055374"/>
                </a:lnTo>
                <a:lnTo>
                  <a:pt x="1055373" y="1055374"/>
                </a:lnTo>
                <a:lnTo>
                  <a:pt x="105537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939454" y="1805748"/>
            <a:ext cx="7159820" cy="1746499"/>
          </a:xfrm>
          <a:prstGeom prst="rect">
            <a:avLst/>
          </a:prstGeom>
        </p:spPr>
        <p:txBody>
          <a:bodyPr anchor="t" rtlCol="false" tIns="0" lIns="0" bIns="0" rIns="0">
            <a:spAutoFit/>
          </a:bodyPr>
          <a:lstStyle/>
          <a:p>
            <a:pPr algn="l">
              <a:lnSpc>
                <a:spcPts val="11656"/>
              </a:lnSpc>
            </a:pPr>
            <a:r>
              <a:rPr lang="en-US" sz="10048">
                <a:solidFill>
                  <a:srgbClr val="FAE2B0"/>
                </a:solidFill>
                <a:latin typeface="Arsenica"/>
                <a:ea typeface="Arsenica"/>
                <a:cs typeface="Arsenica"/>
                <a:sym typeface="Arsenica"/>
              </a:rPr>
              <a:t>Discussion     </a:t>
            </a:r>
          </a:p>
        </p:txBody>
      </p:sp>
      <p:grpSp>
        <p:nvGrpSpPr>
          <p:cNvPr name="Group 8" id="8"/>
          <p:cNvGrpSpPr/>
          <p:nvPr/>
        </p:nvGrpSpPr>
        <p:grpSpPr>
          <a:xfrm rot="0">
            <a:off x="10388366" y="-122581"/>
            <a:ext cx="10478490" cy="1047849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6666" t="0" r="-16666" b="0"/>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grpSp>
        <p:nvGrpSpPr>
          <p:cNvPr name="Group 10" id="10"/>
          <p:cNvGrpSpPr/>
          <p:nvPr/>
        </p:nvGrpSpPr>
        <p:grpSpPr>
          <a:xfrm rot="0">
            <a:off x="1018935" y="2420107"/>
            <a:ext cx="551408" cy="55140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50000"/>
                  </a:srgbClr>
                </a:gs>
                <a:gs pos="100000">
                  <a:srgbClr val="000000">
                    <a:alpha val="50000"/>
                  </a:srgbClr>
                </a:gs>
              </a:gsLst>
              <a:lin ang="0"/>
            </a:grad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148455" y="2549627"/>
            <a:ext cx="292368" cy="292368"/>
          </a:xfrm>
          <a:custGeom>
            <a:avLst/>
            <a:gdLst/>
            <a:ahLst/>
            <a:cxnLst/>
            <a:rect r="r" b="b" t="t" l="l"/>
            <a:pathLst>
              <a:path h="292368" w="292368">
                <a:moveTo>
                  <a:pt x="0" y="0"/>
                </a:moveTo>
                <a:lnTo>
                  <a:pt x="292368" y="0"/>
                </a:lnTo>
                <a:lnTo>
                  <a:pt x="292368" y="292368"/>
                </a:lnTo>
                <a:lnTo>
                  <a:pt x="0" y="2923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4" id="14"/>
          <p:cNvSpPr/>
          <p:nvPr/>
        </p:nvSpPr>
        <p:spPr>
          <a:xfrm>
            <a:off x="1028700" y="3542721"/>
            <a:ext cx="8270117" cy="0"/>
          </a:xfrm>
          <a:prstGeom prst="line">
            <a:avLst/>
          </a:prstGeom>
          <a:ln cap="flat" w="19050">
            <a:solidFill>
              <a:srgbClr val="FAE2B0"/>
            </a:solidFill>
            <a:prstDash val="solid"/>
            <a:headEnd type="none" len="sm" w="sm"/>
            <a:tailEnd type="none" len="sm" w="sm"/>
          </a:ln>
        </p:spPr>
      </p:sp>
      <p:sp>
        <p:nvSpPr>
          <p:cNvPr name="TextBox 15" id="15"/>
          <p:cNvSpPr txBox="true"/>
          <p:nvPr/>
        </p:nvSpPr>
        <p:spPr>
          <a:xfrm rot="0">
            <a:off x="1294639" y="4821824"/>
            <a:ext cx="7894111" cy="3115945"/>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Suspendisse at arcu ac mauris tempor accumsan sed non nunc.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73190" y="380161"/>
            <a:ext cx="17452168" cy="9473007"/>
            <a:chOff x="0" y="0"/>
            <a:chExt cx="4596456" cy="2494948"/>
          </a:xfrm>
        </p:grpSpPr>
        <p:sp>
          <p:nvSpPr>
            <p:cNvPr name="Freeform 4" id="4"/>
            <p:cNvSpPr/>
            <p:nvPr/>
          </p:nvSpPr>
          <p:spPr>
            <a:xfrm flipH="false" flipV="false" rot="0">
              <a:off x="0" y="0"/>
              <a:ext cx="4596456" cy="2494948"/>
            </a:xfrm>
            <a:custGeom>
              <a:avLst/>
              <a:gdLst/>
              <a:ahLst/>
              <a:cxnLst/>
              <a:rect r="r" b="b" t="t" l="l"/>
              <a:pathLst>
                <a:path h="2494948" w="4596456">
                  <a:moveTo>
                    <a:pt x="26616" y="0"/>
                  </a:moveTo>
                  <a:lnTo>
                    <a:pt x="4569839" y="0"/>
                  </a:lnTo>
                  <a:cubicBezTo>
                    <a:pt x="4576899" y="0"/>
                    <a:pt x="4583669" y="2804"/>
                    <a:pt x="4588660" y="7796"/>
                  </a:cubicBezTo>
                  <a:cubicBezTo>
                    <a:pt x="4593652" y="12787"/>
                    <a:pt x="4596456" y="19557"/>
                    <a:pt x="4596456" y="26616"/>
                  </a:cubicBezTo>
                  <a:lnTo>
                    <a:pt x="4596456" y="2468332"/>
                  </a:lnTo>
                  <a:cubicBezTo>
                    <a:pt x="4596456" y="2475391"/>
                    <a:pt x="4593652" y="2482161"/>
                    <a:pt x="4588660" y="2487152"/>
                  </a:cubicBezTo>
                  <a:cubicBezTo>
                    <a:pt x="4583669" y="2492144"/>
                    <a:pt x="4576899" y="2494948"/>
                    <a:pt x="4569839" y="2494948"/>
                  </a:cubicBezTo>
                  <a:lnTo>
                    <a:pt x="26616" y="2494948"/>
                  </a:lnTo>
                  <a:cubicBezTo>
                    <a:pt x="19557" y="2494948"/>
                    <a:pt x="12787" y="2492144"/>
                    <a:pt x="7796" y="2487152"/>
                  </a:cubicBezTo>
                  <a:cubicBezTo>
                    <a:pt x="2804" y="2482161"/>
                    <a:pt x="0" y="2475391"/>
                    <a:pt x="0" y="2468332"/>
                  </a:cubicBezTo>
                  <a:lnTo>
                    <a:pt x="0" y="26616"/>
                  </a:lnTo>
                  <a:cubicBezTo>
                    <a:pt x="0" y="19557"/>
                    <a:pt x="2804" y="12787"/>
                    <a:pt x="7796" y="7796"/>
                  </a:cubicBezTo>
                  <a:cubicBezTo>
                    <a:pt x="12787" y="2804"/>
                    <a:pt x="19557" y="0"/>
                    <a:pt x="26616" y="0"/>
                  </a:cubicBezTo>
                  <a:close/>
                </a:path>
              </a:pathLst>
            </a:custGeom>
            <a:gradFill rotWithShape="true">
              <a:gsLst>
                <a:gs pos="0">
                  <a:srgbClr val="000000">
                    <a:alpha val="50000"/>
                  </a:srgbClr>
                </a:gs>
                <a:gs pos="100000">
                  <a:srgbClr val="000000">
                    <a:alpha val="50000"/>
                  </a:srgbClr>
                </a:gs>
              </a:gsLst>
              <a:lin ang="0"/>
            </a:grad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sp>
          <p:nvSpPr>
            <p:cNvPr name="TextBox 5" id="5"/>
            <p:cNvSpPr txBox="true"/>
            <p:nvPr/>
          </p:nvSpPr>
          <p:spPr>
            <a:xfrm>
              <a:off x="0" y="-38100"/>
              <a:ext cx="4596456" cy="253304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939454" y="7679557"/>
            <a:ext cx="7083142" cy="1489074"/>
          </a:xfrm>
          <a:prstGeom prst="rect">
            <a:avLst/>
          </a:prstGeom>
        </p:spPr>
        <p:txBody>
          <a:bodyPr anchor="t" rtlCol="false" tIns="0" lIns="0" bIns="0" rIns="0">
            <a:spAutoFit/>
          </a:bodyPr>
          <a:lstStyle/>
          <a:p>
            <a:pPr algn="l">
              <a:lnSpc>
                <a:spcPts val="8899"/>
              </a:lnSpc>
            </a:pPr>
            <a:r>
              <a:rPr lang="en-US" sz="9999">
                <a:solidFill>
                  <a:srgbClr val="FAE2B0"/>
                </a:solidFill>
                <a:latin typeface="Arsenica"/>
                <a:ea typeface="Arsenica"/>
                <a:cs typeface="Arsenica"/>
                <a:sym typeface="Arsenica"/>
              </a:rPr>
              <a:t>Conclusion</a:t>
            </a:r>
          </a:p>
        </p:txBody>
      </p:sp>
      <p:sp>
        <p:nvSpPr>
          <p:cNvPr name="TextBox 7" id="7"/>
          <p:cNvSpPr txBox="true"/>
          <p:nvPr/>
        </p:nvSpPr>
        <p:spPr>
          <a:xfrm rot="0">
            <a:off x="9682004" y="949156"/>
            <a:ext cx="1592402" cy="1344930"/>
          </a:xfrm>
          <a:prstGeom prst="rect">
            <a:avLst/>
          </a:prstGeom>
        </p:spPr>
        <p:txBody>
          <a:bodyPr anchor="t" rtlCol="false" tIns="0" lIns="0" bIns="0" rIns="0">
            <a:spAutoFit/>
          </a:bodyPr>
          <a:lstStyle/>
          <a:p>
            <a:pPr algn="l">
              <a:lnSpc>
                <a:spcPts val="8009"/>
              </a:lnSpc>
            </a:pPr>
            <a:r>
              <a:rPr lang="en-US" sz="9000">
                <a:solidFill>
                  <a:srgbClr val="FAE2B0"/>
                </a:solidFill>
                <a:latin typeface="Arsenica"/>
                <a:ea typeface="Arsenica"/>
                <a:cs typeface="Arsenica"/>
                <a:sym typeface="Arsenica"/>
              </a:rPr>
              <a:t>1.</a:t>
            </a:r>
          </a:p>
        </p:txBody>
      </p:sp>
      <p:sp>
        <p:nvSpPr>
          <p:cNvPr name="TextBox 8" id="8"/>
          <p:cNvSpPr txBox="true"/>
          <p:nvPr/>
        </p:nvSpPr>
        <p:spPr>
          <a:xfrm rot="0">
            <a:off x="9682004" y="3208594"/>
            <a:ext cx="1592402" cy="1344930"/>
          </a:xfrm>
          <a:prstGeom prst="rect">
            <a:avLst/>
          </a:prstGeom>
        </p:spPr>
        <p:txBody>
          <a:bodyPr anchor="t" rtlCol="false" tIns="0" lIns="0" bIns="0" rIns="0">
            <a:spAutoFit/>
          </a:bodyPr>
          <a:lstStyle/>
          <a:p>
            <a:pPr algn="l">
              <a:lnSpc>
                <a:spcPts val="8009"/>
              </a:lnSpc>
            </a:pPr>
            <a:r>
              <a:rPr lang="en-US" sz="9000">
                <a:solidFill>
                  <a:srgbClr val="FAE2B0"/>
                </a:solidFill>
                <a:latin typeface="Arsenica"/>
                <a:ea typeface="Arsenica"/>
                <a:cs typeface="Arsenica"/>
                <a:sym typeface="Arsenica"/>
              </a:rPr>
              <a:t>2.</a:t>
            </a:r>
          </a:p>
        </p:txBody>
      </p:sp>
      <p:grpSp>
        <p:nvGrpSpPr>
          <p:cNvPr name="Group 9" id="9"/>
          <p:cNvGrpSpPr/>
          <p:nvPr/>
        </p:nvGrpSpPr>
        <p:grpSpPr>
          <a:xfrm rot="0">
            <a:off x="1018935" y="8015056"/>
            <a:ext cx="551408" cy="55140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50000"/>
                  </a:srgbClr>
                </a:gs>
                <a:gs pos="100000">
                  <a:srgbClr val="000000">
                    <a:alpha val="50000"/>
                  </a:srgbClr>
                </a:gs>
              </a:gsLst>
              <a:lin ang="0"/>
            </a:grad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148455" y="8144576"/>
            <a:ext cx="292368" cy="292368"/>
          </a:xfrm>
          <a:custGeom>
            <a:avLst/>
            <a:gdLst/>
            <a:ahLst/>
            <a:cxnLst/>
            <a:rect r="r" b="b" t="t" l="l"/>
            <a:pathLst>
              <a:path h="292368" w="292368">
                <a:moveTo>
                  <a:pt x="0" y="0"/>
                </a:moveTo>
                <a:lnTo>
                  <a:pt x="292368" y="0"/>
                </a:lnTo>
                <a:lnTo>
                  <a:pt x="292368" y="292368"/>
                </a:lnTo>
                <a:lnTo>
                  <a:pt x="0" y="2923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3" id="13"/>
          <p:cNvSpPr/>
          <p:nvPr/>
        </p:nvSpPr>
        <p:spPr>
          <a:xfrm>
            <a:off x="1028700" y="9248775"/>
            <a:ext cx="7722413" cy="0"/>
          </a:xfrm>
          <a:prstGeom prst="line">
            <a:avLst/>
          </a:prstGeom>
          <a:ln cap="flat" w="19050">
            <a:solidFill>
              <a:srgbClr val="FAE2B0"/>
            </a:solidFill>
            <a:prstDash val="solid"/>
            <a:headEnd type="none" len="sm" w="sm"/>
            <a:tailEnd type="none" len="sm" w="sm"/>
          </a:ln>
        </p:spPr>
      </p:sp>
      <p:sp>
        <p:nvSpPr>
          <p:cNvPr name="TextBox 14" id="14"/>
          <p:cNvSpPr txBox="true"/>
          <p:nvPr/>
        </p:nvSpPr>
        <p:spPr>
          <a:xfrm rot="0">
            <a:off x="10853986" y="990738"/>
            <a:ext cx="6322053" cy="1553845"/>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a:t>
            </a:r>
          </a:p>
        </p:txBody>
      </p:sp>
      <p:sp>
        <p:nvSpPr>
          <p:cNvPr name="TextBox 15" id="15"/>
          <p:cNvSpPr txBox="true"/>
          <p:nvPr/>
        </p:nvSpPr>
        <p:spPr>
          <a:xfrm rot="0">
            <a:off x="10853986" y="3250177"/>
            <a:ext cx="6322053" cy="1553845"/>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a:t>
            </a:r>
          </a:p>
        </p:txBody>
      </p:sp>
      <p:sp>
        <p:nvSpPr>
          <p:cNvPr name="TextBox 16" id="16"/>
          <p:cNvSpPr txBox="true"/>
          <p:nvPr/>
        </p:nvSpPr>
        <p:spPr>
          <a:xfrm rot="0">
            <a:off x="9682004" y="5468033"/>
            <a:ext cx="1592402" cy="1344930"/>
          </a:xfrm>
          <a:prstGeom prst="rect">
            <a:avLst/>
          </a:prstGeom>
        </p:spPr>
        <p:txBody>
          <a:bodyPr anchor="t" rtlCol="false" tIns="0" lIns="0" bIns="0" rIns="0">
            <a:spAutoFit/>
          </a:bodyPr>
          <a:lstStyle/>
          <a:p>
            <a:pPr algn="l">
              <a:lnSpc>
                <a:spcPts val="8009"/>
              </a:lnSpc>
            </a:pPr>
            <a:r>
              <a:rPr lang="en-US" sz="9000">
                <a:solidFill>
                  <a:srgbClr val="FAE2B0"/>
                </a:solidFill>
                <a:latin typeface="Arsenica"/>
                <a:ea typeface="Arsenica"/>
                <a:cs typeface="Arsenica"/>
                <a:sym typeface="Arsenica"/>
              </a:rPr>
              <a:t>3.</a:t>
            </a:r>
          </a:p>
        </p:txBody>
      </p:sp>
      <p:sp>
        <p:nvSpPr>
          <p:cNvPr name="TextBox 17" id="17"/>
          <p:cNvSpPr txBox="true"/>
          <p:nvPr/>
        </p:nvSpPr>
        <p:spPr>
          <a:xfrm rot="0">
            <a:off x="10853986" y="5509615"/>
            <a:ext cx="6322053" cy="1553845"/>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a:t>
            </a:r>
          </a:p>
        </p:txBody>
      </p:sp>
      <p:sp>
        <p:nvSpPr>
          <p:cNvPr name="TextBox 18" id="18"/>
          <p:cNvSpPr txBox="true"/>
          <p:nvPr/>
        </p:nvSpPr>
        <p:spPr>
          <a:xfrm rot="0">
            <a:off x="9682004" y="7727471"/>
            <a:ext cx="1592402" cy="1344930"/>
          </a:xfrm>
          <a:prstGeom prst="rect">
            <a:avLst/>
          </a:prstGeom>
        </p:spPr>
        <p:txBody>
          <a:bodyPr anchor="t" rtlCol="false" tIns="0" lIns="0" bIns="0" rIns="0">
            <a:spAutoFit/>
          </a:bodyPr>
          <a:lstStyle/>
          <a:p>
            <a:pPr algn="l">
              <a:lnSpc>
                <a:spcPts val="8009"/>
              </a:lnSpc>
            </a:pPr>
            <a:r>
              <a:rPr lang="en-US" sz="9000">
                <a:solidFill>
                  <a:srgbClr val="FAE2B0"/>
                </a:solidFill>
                <a:latin typeface="Arsenica"/>
                <a:ea typeface="Arsenica"/>
                <a:cs typeface="Arsenica"/>
                <a:sym typeface="Arsenica"/>
              </a:rPr>
              <a:t>4.</a:t>
            </a:r>
          </a:p>
        </p:txBody>
      </p:sp>
      <p:sp>
        <p:nvSpPr>
          <p:cNvPr name="TextBox 19" id="19"/>
          <p:cNvSpPr txBox="true"/>
          <p:nvPr/>
        </p:nvSpPr>
        <p:spPr>
          <a:xfrm rot="0">
            <a:off x="10853986" y="7769054"/>
            <a:ext cx="6322053" cy="1553845"/>
          </a:xfrm>
          <a:prstGeom prst="rect">
            <a:avLst/>
          </a:prstGeom>
        </p:spPr>
        <p:txBody>
          <a:bodyPr anchor="t" rtlCol="false" tIns="0" lIns="0" bIns="0" rIns="0">
            <a:spAutoFit/>
          </a:bodyPr>
          <a:lstStyle/>
          <a:p>
            <a:pPr algn="l">
              <a:lnSpc>
                <a:spcPts val="3079"/>
              </a:lnSpc>
            </a:pPr>
            <a:r>
              <a:rPr lang="en-US" sz="2199" spc="-105">
                <a:solidFill>
                  <a:srgbClr val="FFF0CF"/>
                </a:solidFill>
                <a:latin typeface="HK Grotesk Light"/>
                <a:ea typeface="HK Grotesk Light"/>
                <a:cs typeface="HK Grotesk Light"/>
                <a:sym typeface="HK Grotesk Light"/>
              </a:rPr>
              <a:t>Lorem ipsum dolor sit amet, consectetur adipiscing elit. Nulla faucibus pretium nunc, ut accumsan leo tempus vel. Vivamus ultricies vitae felis eget ultricies. Donec commodo euismod sapien.</a:t>
            </a:r>
          </a:p>
        </p:txBody>
      </p:sp>
      <p:grpSp>
        <p:nvGrpSpPr>
          <p:cNvPr name="Group 20" id="20"/>
          <p:cNvGrpSpPr/>
          <p:nvPr/>
        </p:nvGrpSpPr>
        <p:grpSpPr>
          <a:xfrm rot="0">
            <a:off x="944342" y="-963581"/>
            <a:ext cx="8011579" cy="8011579"/>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6666" t="0" r="-16666" b="0"/>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73190" y="380161"/>
            <a:ext cx="17452168" cy="9473007"/>
            <a:chOff x="0" y="0"/>
            <a:chExt cx="4596456" cy="2494948"/>
          </a:xfrm>
        </p:grpSpPr>
        <p:sp>
          <p:nvSpPr>
            <p:cNvPr name="Freeform 4" id="4"/>
            <p:cNvSpPr/>
            <p:nvPr/>
          </p:nvSpPr>
          <p:spPr>
            <a:xfrm flipH="false" flipV="false" rot="0">
              <a:off x="0" y="0"/>
              <a:ext cx="4596456" cy="2494948"/>
            </a:xfrm>
            <a:custGeom>
              <a:avLst/>
              <a:gdLst/>
              <a:ahLst/>
              <a:cxnLst/>
              <a:rect r="r" b="b" t="t" l="l"/>
              <a:pathLst>
                <a:path h="2494948" w="4596456">
                  <a:moveTo>
                    <a:pt x="26616" y="0"/>
                  </a:moveTo>
                  <a:lnTo>
                    <a:pt x="4569839" y="0"/>
                  </a:lnTo>
                  <a:cubicBezTo>
                    <a:pt x="4576899" y="0"/>
                    <a:pt x="4583669" y="2804"/>
                    <a:pt x="4588660" y="7796"/>
                  </a:cubicBezTo>
                  <a:cubicBezTo>
                    <a:pt x="4593652" y="12787"/>
                    <a:pt x="4596456" y="19557"/>
                    <a:pt x="4596456" y="26616"/>
                  </a:cubicBezTo>
                  <a:lnTo>
                    <a:pt x="4596456" y="2468332"/>
                  </a:lnTo>
                  <a:cubicBezTo>
                    <a:pt x="4596456" y="2475391"/>
                    <a:pt x="4593652" y="2482161"/>
                    <a:pt x="4588660" y="2487152"/>
                  </a:cubicBezTo>
                  <a:cubicBezTo>
                    <a:pt x="4583669" y="2492144"/>
                    <a:pt x="4576899" y="2494948"/>
                    <a:pt x="4569839" y="2494948"/>
                  </a:cubicBezTo>
                  <a:lnTo>
                    <a:pt x="26616" y="2494948"/>
                  </a:lnTo>
                  <a:cubicBezTo>
                    <a:pt x="19557" y="2494948"/>
                    <a:pt x="12787" y="2492144"/>
                    <a:pt x="7796" y="2487152"/>
                  </a:cubicBezTo>
                  <a:cubicBezTo>
                    <a:pt x="2804" y="2482161"/>
                    <a:pt x="0" y="2475391"/>
                    <a:pt x="0" y="2468332"/>
                  </a:cubicBezTo>
                  <a:lnTo>
                    <a:pt x="0" y="26616"/>
                  </a:lnTo>
                  <a:cubicBezTo>
                    <a:pt x="0" y="19557"/>
                    <a:pt x="2804" y="12787"/>
                    <a:pt x="7796" y="7796"/>
                  </a:cubicBezTo>
                  <a:cubicBezTo>
                    <a:pt x="12787" y="2804"/>
                    <a:pt x="19557" y="0"/>
                    <a:pt x="26616" y="0"/>
                  </a:cubicBezTo>
                  <a:close/>
                </a:path>
              </a:pathLst>
            </a:custGeom>
            <a:gradFill rotWithShape="true">
              <a:gsLst>
                <a:gs pos="0">
                  <a:srgbClr val="000000">
                    <a:alpha val="50000"/>
                  </a:srgbClr>
                </a:gs>
                <a:gs pos="100000">
                  <a:srgbClr val="000000">
                    <a:alpha val="50000"/>
                  </a:srgbClr>
                </a:gs>
              </a:gsLst>
              <a:lin ang="0"/>
            </a:grad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sp>
          <p:nvSpPr>
            <p:cNvPr name="TextBox 5" id="5"/>
            <p:cNvSpPr txBox="true"/>
            <p:nvPr/>
          </p:nvSpPr>
          <p:spPr>
            <a:xfrm>
              <a:off x="0" y="-38100"/>
              <a:ext cx="4596456" cy="253304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8268060" y="-854592"/>
            <a:ext cx="5712331" cy="57123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5046" t="0" r="-25046" b="0"/>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grpSp>
        <p:nvGrpSpPr>
          <p:cNvPr name="Group 8" id="8"/>
          <p:cNvGrpSpPr/>
          <p:nvPr/>
        </p:nvGrpSpPr>
        <p:grpSpPr>
          <a:xfrm rot="0">
            <a:off x="11394175" y="3084402"/>
            <a:ext cx="7834029" cy="783402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6666" t="0" r="-16666" b="0"/>
              </a:stretch>
            </a:blip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grpSp>
      <p:grpSp>
        <p:nvGrpSpPr>
          <p:cNvPr name="Group 10" id="10"/>
          <p:cNvGrpSpPr/>
          <p:nvPr/>
        </p:nvGrpSpPr>
        <p:grpSpPr>
          <a:xfrm rot="0">
            <a:off x="932219" y="906106"/>
            <a:ext cx="743889" cy="74388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50000"/>
                  </a:srgbClr>
                </a:gs>
                <a:gs pos="100000">
                  <a:srgbClr val="000000">
                    <a:alpha val="50000"/>
                  </a:srgbClr>
                </a:gs>
              </a:gsLst>
              <a:lin ang="0"/>
            </a:gradFill>
            <a:ln w="19050" cap="sq">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805276" y="906106"/>
            <a:ext cx="5301718" cy="743889"/>
            <a:chOff x="0" y="0"/>
            <a:chExt cx="5792846" cy="812800"/>
          </a:xfrm>
        </p:grpSpPr>
        <p:sp>
          <p:nvSpPr>
            <p:cNvPr name="Freeform 14" id="14"/>
            <p:cNvSpPr/>
            <p:nvPr/>
          </p:nvSpPr>
          <p:spPr>
            <a:xfrm flipH="false" flipV="false" rot="0">
              <a:off x="0" y="0"/>
              <a:ext cx="5792846" cy="812800"/>
            </a:xfrm>
            <a:custGeom>
              <a:avLst/>
              <a:gdLst/>
              <a:ahLst/>
              <a:cxnLst/>
              <a:rect r="r" b="b" t="t" l="l"/>
              <a:pathLst>
                <a:path h="812800" w="5792846">
                  <a:moveTo>
                    <a:pt x="87616" y="0"/>
                  </a:moveTo>
                  <a:lnTo>
                    <a:pt x="5705230" y="0"/>
                  </a:lnTo>
                  <a:cubicBezTo>
                    <a:pt x="5753619" y="0"/>
                    <a:pt x="5792846" y="39227"/>
                    <a:pt x="5792846" y="87616"/>
                  </a:cubicBezTo>
                  <a:lnTo>
                    <a:pt x="5792846" y="725184"/>
                  </a:lnTo>
                  <a:cubicBezTo>
                    <a:pt x="5792846" y="748421"/>
                    <a:pt x="5783616" y="770707"/>
                    <a:pt x="5767184" y="787138"/>
                  </a:cubicBezTo>
                  <a:cubicBezTo>
                    <a:pt x="5750753" y="803569"/>
                    <a:pt x="5728468" y="812800"/>
                    <a:pt x="5705230" y="812800"/>
                  </a:cubicBezTo>
                  <a:lnTo>
                    <a:pt x="87616" y="812800"/>
                  </a:lnTo>
                  <a:cubicBezTo>
                    <a:pt x="64379" y="812800"/>
                    <a:pt x="42093" y="803569"/>
                    <a:pt x="25662" y="787138"/>
                  </a:cubicBezTo>
                  <a:cubicBezTo>
                    <a:pt x="9231" y="770707"/>
                    <a:pt x="0" y="748421"/>
                    <a:pt x="0" y="725184"/>
                  </a:cubicBezTo>
                  <a:lnTo>
                    <a:pt x="0" y="87616"/>
                  </a:lnTo>
                  <a:cubicBezTo>
                    <a:pt x="0" y="64379"/>
                    <a:pt x="9231" y="42093"/>
                    <a:pt x="25662" y="25662"/>
                  </a:cubicBezTo>
                  <a:cubicBezTo>
                    <a:pt x="42093" y="9231"/>
                    <a:pt x="64379" y="0"/>
                    <a:pt x="87616" y="0"/>
                  </a:cubicBezTo>
                  <a:close/>
                </a:path>
              </a:pathLst>
            </a:custGeom>
            <a:gradFill rotWithShape="true">
              <a:gsLst>
                <a:gs pos="0">
                  <a:srgbClr val="000000">
                    <a:alpha val="50000"/>
                  </a:srgbClr>
                </a:gs>
                <a:gs pos="100000">
                  <a:srgbClr val="000000">
                    <a:alpha val="50000"/>
                  </a:srgbClr>
                </a:gs>
              </a:gsLst>
              <a:lin ang="0"/>
            </a:gradFill>
            <a:ln w="19050" cap="rnd">
              <a:gradFill>
                <a:gsLst>
                  <a:gs pos="0">
                    <a:srgbClr val="F7CD75">
                      <a:alpha val="20000"/>
                    </a:srgbClr>
                  </a:gs>
                  <a:gs pos="25000">
                    <a:srgbClr val="F7CC74">
                      <a:alpha val="74500"/>
                    </a:srgbClr>
                  </a:gs>
                  <a:gs pos="50000">
                    <a:srgbClr val="F7CC74">
                      <a:alpha val="19500"/>
                    </a:srgbClr>
                  </a:gs>
                  <a:gs pos="75000">
                    <a:srgbClr val="F7CC74">
                      <a:alpha val="75000"/>
                    </a:srgbClr>
                  </a:gs>
                  <a:gs pos="100000">
                    <a:srgbClr val="F7CC74">
                      <a:alpha val="20000"/>
                    </a:srgbClr>
                  </a:gs>
                </a:gsLst>
                <a:lin ang="2700000"/>
              </a:gradFill>
              <a:prstDash val="solid"/>
              <a:round/>
            </a:ln>
          </p:spPr>
        </p:sp>
        <p:sp>
          <p:nvSpPr>
            <p:cNvPr name="TextBox 15" id="15"/>
            <p:cNvSpPr txBox="true"/>
            <p:nvPr/>
          </p:nvSpPr>
          <p:spPr>
            <a:xfrm>
              <a:off x="0" y="-38100"/>
              <a:ext cx="5792846" cy="8509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106951" y="1080838"/>
            <a:ext cx="394425" cy="394425"/>
          </a:xfrm>
          <a:custGeom>
            <a:avLst/>
            <a:gdLst/>
            <a:ahLst/>
            <a:cxnLst/>
            <a:rect r="r" b="b" t="t" l="l"/>
            <a:pathLst>
              <a:path h="394425" w="394425">
                <a:moveTo>
                  <a:pt x="0" y="0"/>
                </a:moveTo>
                <a:lnTo>
                  <a:pt x="394425" y="0"/>
                </a:lnTo>
                <a:lnTo>
                  <a:pt x="394425" y="394425"/>
                </a:lnTo>
                <a:lnTo>
                  <a:pt x="0" y="3944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6286917" y="858197"/>
            <a:ext cx="1055373" cy="1055373"/>
          </a:xfrm>
          <a:custGeom>
            <a:avLst/>
            <a:gdLst/>
            <a:ahLst/>
            <a:cxnLst/>
            <a:rect r="r" b="b" t="t" l="l"/>
            <a:pathLst>
              <a:path h="1055373" w="1055373">
                <a:moveTo>
                  <a:pt x="1055373" y="0"/>
                </a:moveTo>
                <a:lnTo>
                  <a:pt x="0" y="0"/>
                </a:lnTo>
                <a:lnTo>
                  <a:pt x="0" y="1055374"/>
                </a:lnTo>
                <a:lnTo>
                  <a:pt x="1055373" y="1055374"/>
                </a:lnTo>
                <a:lnTo>
                  <a:pt x="1055373"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1271176" y="4920418"/>
            <a:ext cx="9769160" cy="4424249"/>
          </a:xfrm>
          <a:prstGeom prst="rect">
            <a:avLst/>
          </a:prstGeom>
        </p:spPr>
        <p:txBody>
          <a:bodyPr anchor="t" rtlCol="false" tIns="0" lIns="0" bIns="0" rIns="0">
            <a:spAutoFit/>
          </a:bodyPr>
          <a:lstStyle/>
          <a:p>
            <a:pPr algn="l">
              <a:lnSpc>
                <a:spcPts val="15999"/>
              </a:lnSpc>
            </a:pPr>
            <a:r>
              <a:rPr lang="en-US" sz="13793">
                <a:solidFill>
                  <a:srgbClr val="FAE2B0"/>
                </a:solidFill>
                <a:latin typeface="Arsenica"/>
                <a:ea typeface="Arsenica"/>
                <a:cs typeface="Arsenica"/>
                <a:sym typeface="Arsenica"/>
              </a:rPr>
              <a:t>THANK YOU</a:t>
            </a:r>
          </a:p>
        </p:txBody>
      </p:sp>
      <p:sp>
        <p:nvSpPr>
          <p:cNvPr name="TextBox 19" id="19"/>
          <p:cNvSpPr txBox="true"/>
          <p:nvPr/>
        </p:nvSpPr>
        <p:spPr>
          <a:xfrm rot="0">
            <a:off x="2003986" y="982776"/>
            <a:ext cx="4904298" cy="523875"/>
          </a:xfrm>
          <a:prstGeom prst="rect">
            <a:avLst/>
          </a:prstGeom>
        </p:spPr>
        <p:txBody>
          <a:bodyPr anchor="t" rtlCol="false" tIns="0" lIns="0" bIns="0" rIns="0">
            <a:spAutoFit/>
          </a:bodyPr>
          <a:lstStyle/>
          <a:p>
            <a:pPr algn="ctr">
              <a:lnSpc>
                <a:spcPts val="4200"/>
              </a:lnSpc>
            </a:pPr>
            <a:r>
              <a:rPr lang="en-US" sz="3000" spc="-144">
                <a:solidFill>
                  <a:srgbClr val="FFF0CF"/>
                </a:solidFill>
                <a:latin typeface="HK Grotesk Light"/>
                <a:ea typeface="HK Grotesk Light"/>
                <a:cs typeface="HK Grotesk Light"/>
                <a:sym typeface="HK Grotesk Light"/>
              </a:rPr>
              <a:t>Presented by Larana Group.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DAHL4WmixkM</dc:identifier>
  <dcterms:modified xsi:type="dcterms:W3CDTF">2011-08-01T06:04:30Z</dcterms:modified>
  <cp:revision>1</cp:revision>
  <dc:title>Black and Gold Modern Project History Presentation</dc:title>
</cp:coreProperties>
</file>